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embeddedFontLst>
    <p:embeddedFont>
      <p:font typeface="Irish Grover"/>
      <p:regular r:id="rId28"/>
    </p:embeddedFont>
    <p:embeddedFont>
      <p:font typeface="JetBrains Mono"/>
      <p:regular r:id="rId29"/>
    </p:embeddedFont>
    <p:embeddedFont>
      <p:font typeface="Inter"/>
      <p:regular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font" Target="fonts/rId28.fntdata"/><Relationship Id="rId29" Type="http://schemas.openxmlformats.org/officeDocument/2006/relationships/font" Target="fonts/rId29.fntdata"/><Relationship Id="rId30" Type="http://schemas.openxmlformats.org/officeDocument/2006/relationships/font" Target="fonts/rId3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image" Target="../media/image-7-29.png"/><Relationship Id="rId30" Type="http://schemas.openxmlformats.org/officeDocument/2006/relationships/image" Target="../media/image-7-30.png"/><Relationship Id="rId31" Type="http://schemas.openxmlformats.org/officeDocument/2006/relationships/image" Target="../media/image-7-31.png"/><Relationship Id="rId32" Type="http://schemas.openxmlformats.org/officeDocument/2006/relationships/image" Target="../media/image-7-32.png"/><Relationship Id="rId33" Type="http://schemas.openxmlformats.org/officeDocument/2006/relationships/image" Target="../media/image-7-33.png"/><Relationship Id="rId34" Type="http://schemas.openxmlformats.org/officeDocument/2006/relationships/image" Target="../media/image-7-34.png"/><Relationship Id="rId35" Type="http://schemas.openxmlformats.org/officeDocument/2006/relationships/image" Target="../media/image-7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png"/><Relationship Id="rId23" Type="http://schemas.openxmlformats.org/officeDocument/2006/relationships/image" Target="../media/image-19-23.png"/><Relationship Id="rId24" Type="http://schemas.openxmlformats.org/officeDocument/2006/relationships/image" Target="../media/image-19-24.png"/><Relationship Id="rId25" Type="http://schemas.openxmlformats.org/officeDocument/2006/relationships/image" Target="../media/image-19-25.png"/><Relationship Id="rId26" Type="http://schemas.openxmlformats.org/officeDocument/2006/relationships/image" Target="../media/image-19-26.png"/><Relationship Id="rId27" Type="http://schemas.openxmlformats.org/officeDocument/2006/relationships/image" Target="../media/image-19-27.png"/><Relationship Id="rId28" Type="http://schemas.openxmlformats.org/officeDocument/2006/relationships/image" Target="../media/image-19-28.png"/><Relationship Id="rId29" Type="http://schemas.openxmlformats.org/officeDocument/2006/relationships/image" Target="../media/image-19-29.png"/><Relationship Id="rId30" Type="http://schemas.openxmlformats.org/officeDocument/2006/relationships/image" Target="../media/image-19-30.png"/><Relationship Id="rId31" Type="http://schemas.openxmlformats.org/officeDocument/2006/relationships/image" Target="../media/image-19-31.png"/><Relationship Id="rId32" Type="http://schemas.openxmlformats.org/officeDocument/2006/relationships/image" Target="../media/image-19-32.png"/><Relationship Id="rId33" Type="http://schemas.openxmlformats.org/officeDocument/2006/relationships/image" Target="../media/image-19-33.png"/><Relationship Id="rId34" Type="http://schemas.openxmlformats.org/officeDocument/2006/relationships/image" Target="../media/image-19-34.png"/><Relationship Id="rId35" Type="http://schemas.openxmlformats.org/officeDocument/2006/relationships/image" Target="../media/image-19-35.png"/><Relationship Id="rId36" Type="http://schemas.openxmlformats.org/officeDocument/2006/relationships/image" Target="../media/image-19-36.png"/><Relationship Id="rId37" Type="http://schemas.openxmlformats.org/officeDocument/2006/relationships/image" Target="../media/image-19-37.png"/><Relationship Id="rId38" Type="http://schemas.openxmlformats.org/officeDocument/2006/relationships/image" Target="../media/image-19-38.png"/><Relationship Id="rId39" Type="http://schemas.openxmlformats.org/officeDocument/2006/relationships/image" Target="../media/image-19-39.png"/><Relationship Id="rId40" Type="http://schemas.openxmlformats.org/officeDocument/2006/relationships/image" Target="../media/image-19-40.png"/><Relationship Id="rId41" Type="http://schemas.openxmlformats.org/officeDocument/2006/relationships/image" Target="../media/image-19-41.png"/><Relationship Id="rId42" Type="http://schemas.openxmlformats.org/officeDocument/2006/relationships/image" Target="../media/image-19-42.png"/><Relationship Id="rId43" Type="http://schemas.openxmlformats.org/officeDocument/2006/relationships/image" Target="../media/image-19-43.png"/><Relationship Id="rId44" Type="http://schemas.openxmlformats.org/officeDocument/2006/relationships/image" Target="../media/image-19-44.png"/><Relationship Id="rId45" Type="http://schemas.openxmlformats.org/officeDocument/2006/relationships/image" Target="../media/image-19-45.png"/><Relationship Id="rId46" Type="http://schemas.openxmlformats.org/officeDocument/2006/relationships/image" Target="../media/image-19-46.png"/><Relationship Id="rId47" Type="http://schemas.openxmlformats.org/officeDocument/2006/relationships/slideLayout" Target="../slideLayouts/slideLayout1.xml"/><Relationship Id="rId4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png"/><Relationship Id="rId19" Type="http://schemas.openxmlformats.org/officeDocument/2006/relationships/image" Target="../media/image-20-19.png"/><Relationship Id="rId20" Type="http://schemas.openxmlformats.org/officeDocument/2006/relationships/image" Target="../media/image-20-20.png"/><Relationship Id="rId21" Type="http://schemas.openxmlformats.org/officeDocument/2006/relationships/image" Target="../media/image-20-21.png"/><Relationship Id="rId22" Type="http://schemas.openxmlformats.org/officeDocument/2006/relationships/image" Target="../media/image-20-22.png"/><Relationship Id="rId23" Type="http://schemas.openxmlformats.org/officeDocument/2006/relationships/image" Target="../media/image-20-23.png"/><Relationship Id="rId24" Type="http://schemas.openxmlformats.org/officeDocument/2006/relationships/image" Target="../media/image-20-24.png"/><Relationship Id="rId25" Type="http://schemas.openxmlformats.org/officeDocument/2006/relationships/image" Target="../media/image-20-25.png"/><Relationship Id="rId26" Type="http://schemas.openxmlformats.org/officeDocument/2006/relationships/image" Target="../media/image-20-26.png"/><Relationship Id="rId27" Type="http://schemas.openxmlformats.org/officeDocument/2006/relationships/image" Target="../media/image-20-27.png"/><Relationship Id="rId28" Type="http://schemas.openxmlformats.org/officeDocument/2006/relationships/image" Target="../media/image-20-28.png"/><Relationship Id="rId29" Type="http://schemas.openxmlformats.org/officeDocument/2006/relationships/image" Target="../media/image-20-29.png"/><Relationship Id="rId30" Type="http://schemas.openxmlformats.org/officeDocument/2006/relationships/image" Target="../media/image-20-30.png"/><Relationship Id="rId31" Type="http://schemas.openxmlformats.org/officeDocument/2006/relationships/image" Target="../media/image-20-31.png"/><Relationship Id="rId32" Type="http://schemas.openxmlformats.org/officeDocument/2006/relationships/image" Target="../media/image-20-32.png"/><Relationship Id="rId33" Type="http://schemas.openxmlformats.org/officeDocument/2006/relationships/image" Target="../media/image-20-33.png"/><Relationship Id="rId34" Type="http://schemas.openxmlformats.org/officeDocument/2006/relationships/image" Target="../media/image-20-34.png"/><Relationship Id="rId35" Type="http://schemas.openxmlformats.org/officeDocument/2006/relationships/image" Target="../media/image-20-35.png"/><Relationship Id="rId36" Type="http://schemas.openxmlformats.org/officeDocument/2006/relationships/image" Target="../media/image-20-36.png"/><Relationship Id="rId37" Type="http://schemas.openxmlformats.org/officeDocument/2006/relationships/image" Target="../media/image-20-37.png"/><Relationship Id="rId38" Type="http://schemas.openxmlformats.org/officeDocument/2006/relationships/image" Target="../media/image-20-38.pn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pn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png"/><Relationship Id="rId17" Type="http://schemas.openxmlformats.org/officeDocument/2006/relationships/image" Target="../media/image-21-17.png"/><Relationship Id="rId18" Type="http://schemas.openxmlformats.org/officeDocument/2006/relationships/image" Target="../media/image-21-18.png"/><Relationship Id="rId19" Type="http://schemas.openxmlformats.org/officeDocument/2006/relationships/image" Target="../media/image-21-19.png"/><Relationship Id="rId20" Type="http://schemas.openxmlformats.org/officeDocument/2006/relationships/image" Target="../media/image-21-20.png"/><Relationship Id="rId21" Type="http://schemas.openxmlformats.org/officeDocument/2006/relationships/image" Target="../media/image-21-21.png"/><Relationship Id="rId22" Type="http://schemas.openxmlformats.org/officeDocument/2006/relationships/image" Target="../media/image-21-22.png"/><Relationship Id="rId23" Type="http://schemas.openxmlformats.org/officeDocument/2006/relationships/image" Target="../media/image-21-23.png"/><Relationship Id="rId24" Type="http://schemas.openxmlformats.org/officeDocument/2006/relationships/image" Target="../media/image-21-24.png"/><Relationship Id="rId25" Type="http://schemas.openxmlformats.org/officeDocument/2006/relationships/image" Target="../media/image-21-25.png"/><Relationship Id="rId26" Type="http://schemas.openxmlformats.org/officeDocument/2006/relationships/image" Target="../media/image-21-26.png"/><Relationship Id="rId27" Type="http://schemas.openxmlformats.org/officeDocument/2006/relationships/image" Target="../media/image-21-27.png"/><Relationship Id="rId28" Type="http://schemas.openxmlformats.org/officeDocument/2006/relationships/image" Target="../media/image-21-28.png"/><Relationship Id="rId29" Type="http://schemas.openxmlformats.org/officeDocument/2006/relationships/image" Target="../media/image-21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5975" y="1481138"/>
            <a:ext cx="4972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1283" dirty="0"/>
          </a:p>
        </p:txBody>
      </p:sp>
      <p:sp>
        <p:nvSpPr>
          <p:cNvPr id="3" name="Text 1"/>
          <p:cNvSpPr/>
          <p:nvPr/>
        </p:nvSpPr>
        <p:spPr>
          <a:xfrm>
            <a:off x="2714625" y="685800"/>
            <a:ext cx="371117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8"/>
              </a:lnSpc>
              <a:buNone/>
            </a:pPr>
            <a:r>
              <a:rPr lang="en-US" sz="4406" spc="-88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4406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24612" y="747713"/>
            <a:ext cx="750557" cy="73431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14525" y="685800"/>
            <a:ext cx="1009650" cy="857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85975" y="2347913"/>
            <a:ext cx="4972050" cy="409575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2088841" y="2389811"/>
            <a:ext cx="437181" cy="326336"/>
          </a:xfrm>
          <a:prstGeom prst="rect">
            <a:avLst/>
          </a:prstGeom>
          <a:noFill/>
          <a:ln/>
        </p:spPr>
      </p:sp>
      <p:sp>
        <p:nvSpPr>
          <p:cNvPr id="8" name="Text 4"/>
          <p:cNvSpPr/>
          <p:nvPr/>
        </p:nvSpPr>
        <p:spPr>
          <a:xfrm rot="-10790397">
            <a:off x="2133921" y="2434114"/>
            <a:ext cx="341289" cy="230134"/>
          </a:xfrm>
          <a:prstGeom prst="triangle">
            <a:avLst/>
          </a:prstGeom>
          <a:solidFill>
            <a:srgbClr val="000000"/>
          </a:solidFill>
          <a:ln w="4524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2085975" y="1914525"/>
            <a:ext cx="1000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</a:t>
            </a:r>
            <a:endParaRPr lang="en-US" sz="2138" dirty="0"/>
          </a:p>
        </p:txBody>
      </p:sp>
      <p:sp>
        <p:nvSpPr>
          <p:cNvPr id="10" name="Text 6"/>
          <p:cNvSpPr/>
          <p:nvPr/>
        </p:nvSpPr>
        <p:spPr>
          <a:xfrm>
            <a:off x="2085975" y="3548063"/>
            <a:ext cx="4972050" cy="409575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2085975" y="3205163"/>
            <a:ext cx="1162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Código:</a:t>
            </a:r>
            <a:endParaRPr lang="en-US" sz="2138" dirty="0"/>
          </a:p>
        </p:txBody>
      </p:sp>
      <p:sp>
        <p:nvSpPr>
          <p:cNvPr id="12" name="Text 8"/>
          <p:cNvSpPr/>
          <p:nvPr/>
        </p:nvSpPr>
        <p:spPr>
          <a:xfrm>
            <a:off x="3509963" y="4476750"/>
            <a:ext cx="1916867" cy="471488"/>
          </a:xfrm>
          <a:prstGeom prst="roundRect">
            <a:avLst>
              <a:gd name="adj" fmla="val 135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606703" y="4484479"/>
            <a:ext cx="1298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34"/>
              </a:lnSpc>
              <a:buNone/>
            </a:pPr>
            <a:r>
              <a:rPr lang="en-US" sz="2602" b="1" spc="-52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Entrar</a:t>
            </a:r>
            <a:endParaRPr lang="en-US" sz="2602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93508" y="4499938"/>
            <a:ext cx="417382" cy="4173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5975" y="1481138"/>
            <a:ext cx="4972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1283" dirty="0"/>
          </a:p>
        </p:txBody>
      </p:sp>
      <p:sp>
        <p:nvSpPr>
          <p:cNvPr id="3" name="Text 1"/>
          <p:cNvSpPr/>
          <p:nvPr/>
        </p:nvSpPr>
        <p:spPr>
          <a:xfrm>
            <a:off x="2714625" y="685800"/>
            <a:ext cx="371117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8"/>
              </a:lnSpc>
              <a:buNone/>
            </a:pPr>
            <a:r>
              <a:rPr lang="en-US" sz="4406" spc="-88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4406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24612" y="747713"/>
            <a:ext cx="750557" cy="73431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14525" y="685800"/>
            <a:ext cx="1009650" cy="857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85975" y="2347913"/>
            <a:ext cx="4972050" cy="857250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 rot="5391204">
            <a:off x="2135608" y="2437122"/>
            <a:ext cx="341289" cy="230134"/>
          </a:xfrm>
          <a:prstGeom prst="triangle">
            <a:avLst/>
          </a:prstGeom>
          <a:solidFill>
            <a:srgbClr val="000000"/>
          </a:solidFill>
          <a:ln w="4524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2085975" y="1914525"/>
            <a:ext cx="1000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</a:t>
            </a:r>
            <a:endParaRPr lang="en-US" sz="2138" dirty="0"/>
          </a:p>
        </p:txBody>
      </p:sp>
      <p:sp>
        <p:nvSpPr>
          <p:cNvPr id="9" name="Text 5"/>
          <p:cNvSpPr/>
          <p:nvPr/>
        </p:nvSpPr>
        <p:spPr>
          <a:xfrm>
            <a:off x="2085975" y="3548063"/>
            <a:ext cx="4972050" cy="409575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XXXXX-XX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2085975" y="3205163"/>
            <a:ext cx="1162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Código:</a:t>
            </a:r>
            <a:endParaRPr lang="en-US" sz="2138" dirty="0"/>
          </a:p>
        </p:txBody>
      </p:sp>
      <p:sp>
        <p:nvSpPr>
          <p:cNvPr id="11" name="Text 7"/>
          <p:cNvSpPr/>
          <p:nvPr/>
        </p:nvSpPr>
        <p:spPr>
          <a:xfrm>
            <a:off x="3509963" y="4476750"/>
            <a:ext cx="1916867" cy="471488"/>
          </a:xfrm>
          <a:prstGeom prst="roundRect">
            <a:avLst>
              <a:gd name="adj" fmla="val 135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606703" y="4484479"/>
            <a:ext cx="1298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34"/>
              </a:lnSpc>
              <a:buNone/>
            </a:pPr>
            <a:r>
              <a:rPr lang="en-US" sz="2602" b="1" spc="-52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Entrar</a:t>
            </a:r>
            <a:endParaRPr lang="en-US" sz="2602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93508" y="4499938"/>
            <a:ext cx="417383" cy="417383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 rot="5438196">
            <a:off x="2062136" y="2776537"/>
            <a:ext cx="857303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2495550" y="2776538"/>
            <a:ext cx="4543425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566988" y="2471738"/>
            <a:ext cx="40100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8"/>
              </a:lnSpc>
              <a:buNone/>
            </a:pPr>
            <a:r>
              <a:rPr lang="en-US" sz="1112" b="1" spc="-22" kern="0" dirty="0">
                <a:solidFill>
                  <a:srgbClr val="FF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GERENTE: </a:t>
            </a:r>
            <a:pPr algn="ctr" indent="0" marL="0">
              <a:lnSpc>
                <a:spcPts val="1468"/>
              </a:lnSpc>
              <a:buNone/>
            </a:pPr>
            <a:r>
              <a:rPr lang="en-US" sz="1112" b="1" spc="-2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a relatórios e cadastro de funcionários. </a:t>
            </a:r>
            <a:endParaRPr lang="en-US" sz="1112" dirty="0"/>
          </a:p>
        </p:txBody>
      </p:sp>
      <p:sp>
        <p:nvSpPr>
          <p:cNvPr id="17" name="Text 12"/>
          <p:cNvSpPr/>
          <p:nvPr/>
        </p:nvSpPr>
        <p:spPr>
          <a:xfrm>
            <a:off x="2528888" y="2895600"/>
            <a:ext cx="4471988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3"/>
              </a:lnSpc>
              <a:buNone/>
            </a:pPr>
            <a:r>
              <a:rPr lang="en-US" sz="987" b="1" spc="-20" kern="0" dirty="0">
                <a:solidFill>
                  <a:srgbClr val="FF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ATENDENTE: </a:t>
            </a:r>
            <a:pPr algn="ctr" indent="0" marL="0">
              <a:lnSpc>
                <a:spcPts val="1303"/>
              </a:lnSpc>
              <a:buNone/>
            </a:pPr>
            <a:r>
              <a:rPr lang="en-US" sz="987" b="1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a registros de sáida e entrada e cadastro de cliente</a:t>
            </a:r>
            <a:endParaRPr lang="en-US" sz="98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78846" y="1933575"/>
            <a:ext cx="2845762" cy="1871663"/>
          </a:xfrm>
          <a:prstGeom prst="rect">
            <a:avLst/>
          </a:prstGeom>
          <a:solidFill>
            <a:srgbClr val="FFFFFF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69927" y="1933575"/>
            <a:ext cx="2845762" cy="1871663"/>
          </a:xfrm>
          <a:prstGeom prst="rect">
            <a:avLst/>
          </a:prstGeom>
          <a:solidFill>
            <a:srgbClr val="FFFFFF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8471" y="1933575"/>
            <a:ext cx="2845762" cy="1871663"/>
          </a:xfrm>
          <a:prstGeom prst="rect">
            <a:avLst/>
          </a:prstGeom>
          <a:solidFill>
            <a:srgbClr val="FFFFFF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6" name="Text 4"/>
          <p:cNvSpPr/>
          <p:nvPr/>
        </p:nvSpPr>
        <p:spPr>
          <a:xfrm>
            <a:off x="554485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80644" y="33051"/>
            <a:ext cx="400669" cy="39199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38" y="0"/>
            <a:ext cx="538979" cy="4576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00888" y="109538"/>
            <a:ext cx="17716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ATENDENTE</a:t>
            </a:r>
            <a:endParaRPr lang="en-US" sz="142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524776" y="2090126"/>
            <a:ext cx="1068030" cy="106803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31366" y="2090126"/>
            <a:ext cx="1068030" cy="106803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0700" y="2215368"/>
            <a:ext cx="946268" cy="963663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836333" y="2111000"/>
            <a:ext cx="1068030" cy="106803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98048" y="3276441"/>
            <a:ext cx="2706605" cy="434866"/>
          </a:xfrm>
          <a:prstGeom prst="roundRect">
            <a:avLst>
              <a:gd name="adj" fmla="val 14719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7"/>
          <p:cNvSpPr/>
          <p:nvPr/>
        </p:nvSpPr>
        <p:spPr>
          <a:xfrm>
            <a:off x="198048" y="3318188"/>
            <a:ext cx="270660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4"/>
              </a:lnSpc>
              <a:buNone/>
            </a:pPr>
            <a:r>
              <a:rPr lang="en-US" sz="2010" b="1" spc="-40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Registrar ENTRADA</a:t>
            </a:r>
            <a:endParaRPr lang="en-US" sz="2010" dirty="0"/>
          </a:p>
        </p:txBody>
      </p:sp>
      <p:sp>
        <p:nvSpPr>
          <p:cNvPr id="16" name="Text 8"/>
          <p:cNvSpPr/>
          <p:nvPr/>
        </p:nvSpPr>
        <p:spPr>
          <a:xfrm>
            <a:off x="3350833" y="3276441"/>
            <a:ext cx="2483954" cy="434866"/>
          </a:xfrm>
          <a:prstGeom prst="roundRect">
            <a:avLst>
              <a:gd name="adj" fmla="val 14719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9"/>
          <p:cNvSpPr/>
          <p:nvPr/>
        </p:nvSpPr>
        <p:spPr>
          <a:xfrm>
            <a:off x="2419350" y="866775"/>
            <a:ext cx="4171950" cy="561975"/>
          </a:xfrm>
          <a:prstGeom prst="roundRect">
            <a:avLst>
              <a:gd name="adj" fmla="val 113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048375" y="919162"/>
            <a:ext cx="442913" cy="44291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406494" y="3318188"/>
            <a:ext cx="23795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4"/>
              </a:lnSpc>
              <a:buNone/>
            </a:pPr>
            <a:r>
              <a:rPr lang="en-US" sz="2010" b="1" spc="-40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Registrar SAÍDA</a:t>
            </a:r>
            <a:endParaRPr lang="en-US" sz="2010" dirty="0"/>
          </a:p>
        </p:txBody>
      </p:sp>
      <p:sp>
        <p:nvSpPr>
          <p:cNvPr id="20" name="Text 11"/>
          <p:cNvSpPr/>
          <p:nvPr/>
        </p:nvSpPr>
        <p:spPr>
          <a:xfrm>
            <a:off x="3438525" y="4762500"/>
            <a:ext cx="2257425" cy="290513"/>
          </a:xfrm>
          <a:prstGeom prst="roundRect">
            <a:avLst>
              <a:gd name="adj" fmla="val 22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2"/>
          <p:cNvSpPr/>
          <p:nvPr/>
        </p:nvSpPr>
        <p:spPr>
          <a:xfrm>
            <a:off x="3755308" y="4776788"/>
            <a:ext cx="19526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5"/>
              </a:lnSpc>
              <a:buNone/>
            </a:pPr>
            <a:r>
              <a:rPr lang="en-US" sz="1481" b="1" spc="-30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Sair do sistema</a:t>
            </a:r>
            <a:endParaRPr lang="en-US" sz="1481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547663" y="4783008"/>
            <a:ext cx="248662" cy="248662"/>
          </a:xfrm>
          <a:prstGeom prst="rect">
            <a:avLst/>
          </a:prstGeom>
        </p:spPr>
      </p:pic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674708" y="2095131"/>
            <a:ext cx="1068030" cy="106803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359749" y="3276441"/>
            <a:ext cx="2483954" cy="434866"/>
          </a:xfrm>
          <a:prstGeom prst="roundRect">
            <a:avLst>
              <a:gd name="adj" fmla="val 14719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4"/>
          <p:cNvSpPr/>
          <p:nvPr/>
        </p:nvSpPr>
        <p:spPr>
          <a:xfrm>
            <a:off x="6372774" y="3349833"/>
            <a:ext cx="24722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727" b="1" spc="-35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Cadastrar CLIENTE</a:t>
            </a:r>
            <a:endParaRPr lang="en-US" sz="1727" dirty="0"/>
          </a:p>
        </p:txBody>
      </p:sp>
      <p:sp>
        <p:nvSpPr>
          <p:cNvPr id="26" name="Text 15"/>
          <p:cNvSpPr/>
          <p:nvPr/>
        </p:nvSpPr>
        <p:spPr>
          <a:xfrm>
            <a:off x="2547938" y="928688"/>
            <a:ext cx="338137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86"/>
              </a:lnSpc>
              <a:buNone/>
            </a:pPr>
            <a:r>
              <a:rPr lang="en-US" sz="2565" b="1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de REGISTROS</a:t>
            </a:r>
            <a:endParaRPr lang="en-US" sz="2565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539164" y="2153771"/>
            <a:ext cx="1005894" cy="10058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3" name="Text 1"/>
          <p:cNvSpPr/>
          <p:nvPr/>
        </p:nvSpPr>
        <p:spPr>
          <a:xfrm>
            <a:off x="554482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80644" y="33051"/>
            <a:ext cx="400669" cy="39199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38" y="0"/>
            <a:ext cx="538979" cy="4576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00888" y="109538"/>
            <a:ext cx="17716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ATENDENTE</a:t>
            </a:r>
            <a:endParaRPr lang="en-US" sz="1425" dirty="0"/>
          </a:p>
        </p:txBody>
      </p:sp>
      <p:sp>
        <p:nvSpPr>
          <p:cNvPr id="7" name="Text 3"/>
          <p:cNvSpPr/>
          <p:nvPr/>
        </p:nvSpPr>
        <p:spPr>
          <a:xfrm>
            <a:off x="195263" y="1960431"/>
            <a:ext cx="4125703" cy="339857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195263" y="1652188"/>
            <a:ext cx="24777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8"/>
              </a:lnSpc>
              <a:buNone/>
            </a:pPr>
            <a:r>
              <a:rPr lang="en-US" sz="1774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Código do Cliente:</a:t>
            </a:r>
            <a:endParaRPr lang="en-US" sz="1774" dirty="0"/>
          </a:p>
        </p:txBody>
      </p:sp>
      <p:sp>
        <p:nvSpPr>
          <p:cNvPr id="9" name="Text 5"/>
          <p:cNvSpPr/>
          <p:nvPr/>
        </p:nvSpPr>
        <p:spPr>
          <a:xfrm>
            <a:off x="219075" y="2712906"/>
            <a:ext cx="4125703" cy="339857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219075" y="2405063"/>
            <a:ext cx="2809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8"/>
              </a:lnSpc>
              <a:buNone/>
            </a:pPr>
            <a:r>
              <a:rPr lang="en-US" sz="1774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Contato de TELEFONE:</a:t>
            </a:r>
            <a:endParaRPr lang="en-US" sz="1774" dirty="0"/>
          </a:p>
        </p:txBody>
      </p:sp>
      <p:sp>
        <p:nvSpPr>
          <p:cNvPr id="11" name="Text 7"/>
          <p:cNvSpPr/>
          <p:nvPr/>
        </p:nvSpPr>
        <p:spPr>
          <a:xfrm>
            <a:off x="247650" y="3503480"/>
            <a:ext cx="4125703" cy="339857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47650" y="3195638"/>
            <a:ext cx="2809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8"/>
              </a:lnSpc>
              <a:buNone/>
            </a:pPr>
            <a:r>
              <a:rPr lang="en-US" sz="1774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RG:</a:t>
            </a:r>
            <a:endParaRPr lang="en-US" sz="1774" dirty="0"/>
          </a:p>
        </p:txBody>
      </p:sp>
      <p:sp>
        <p:nvSpPr>
          <p:cNvPr id="13" name="Text 9"/>
          <p:cNvSpPr/>
          <p:nvPr/>
        </p:nvSpPr>
        <p:spPr>
          <a:xfrm>
            <a:off x="195263" y="1164703"/>
            <a:ext cx="4125703" cy="339857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38730" y="856461"/>
            <a:ext cx="22525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8"/>
              </a:lnSpc>
              <a:buNone/>
            </a:pPr>
            <a:r>
              <a:rPr lang="en-US" sz="1774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Nome do Cliente:</a:t>
            </a:r>
            <a:endParaRPr lang="en-US" sz="1774" dirty="0"/>
          </a:p>
        </p:txBody>
      </p:sp>
      <p:sp>
        <p:nvSpPr>
          <p:cNvPr id="15" name="Text 11"/>
          <p:cNvSpPr/>
          <p:nvPr/>
        </p:nvSpPr>
        <p:spPr>
          <a:xfrm>
            <a:off x="4848225" y="1140891"/>
            <a:ext cx="4125703" cy="339857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891692" y="833438"/>
            <a:ext cx="24336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8"/>
              </a:lnSpc>
              <a:buNone/>
            </a:pPr>
            <a:r>
              <a:rPr lang="en-US" sz="1774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Placa do veículo:</a:t>
            </a:r>
            <a:endParaRPr lang="en-US" sz="1774" dirty="0"/>
          </a:p>
        </p:txBody>
      </p:sp>
      <p:sp>
        <p:nvSpPr>
          <p:cNvPr id="17" name="Text 13"/>
          <p:cNvSpPr/>
          <p:nvPr/>
        </p:nvSpPr>
        <p:spPr>
          <a:xfrm>
            <a:off x="4848225" y="1911496"/>
            <a:ext cx="4125703" cy="339857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879842" y="1628775"/>
            <a:ext cx="34623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8"/>
              </a:lnSpc>
              <a:buNone/>
            </a:pPr>
            <a:r>
              <a:rPr lang="en-US" sz="1774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Modelo e cor do veículo:</a:t>
            </a:r>
            <a:endParaRPr lang="en-US" sz="1774" dirty="0"/>
          </a:p>
        </p:txBody>
      </p:sp>
      <p:sp>
        <p:nvSpPr>
          <p:cNvPr id="19" name="Text 15"/>
          <p:cNvSpPr/>
          <p:nvPr/>
        </p:nvSpPr>
        <p:spPr>
          <a:xfrm>
            <a:off x="6724650" y="4786313"/>
            <a:ext cx="2262188" cy="290513"/>
          </a:xfrm>
          <a:prstGeom prst="roundRect">
            <a:avLst>
              <a:gd name="adj" fmla="val 22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7174781" y="4801694"/>
            <a:ext cx="175344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5"/>
              </a:lnSpc>
              <a:buNone/>
            </a:pPr>
            <a:r>
              <a:rPr lang="en-US" sz="1481" b="1" spc="-30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Sair do sistema</a:t>
            </a:r>
            <a:endParaRPr lang="en-US" sz="1481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1" t="0" b="0"/>
          <a:stretch/>
        </p:blipFill>
        <p:spPr>
          <a:xfrm>
            <a:off x="6848075" y="4806821"/>
            <a:ext cx="248659" cy="24866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95263" y="4800600"/>
            <a:ext cx="2447925" cy="276225"/>
          </a:xfrm>
          <a:prstGeom prst="roundRect">
            <a:avLst>
              <a:gd name="adj" fmla="val 231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799451" y="4843463"/>
            <a:ext cx="18305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41"/>
              </a:lnSpc>
              <a:buNone/>
            </a:pPr>
            <a:r>
              <a:rPr lang="en-US" sz="1243" b="1" spc="-2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Voltar para o MENU</a:t>
            </a:r>
            <a:endParaRPr lang="en-US" sz="1243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28638" y="4819650"/>
            <a:ext cx="285750" cy="285750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33362" y="4824413"/>
            <a:ext cx="233362" cy="23336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67600" y="4086225"/>
            <a:ext cx="1300163" cy="419100"/>
          </a:xfrm>
          <a:prstGeom prst="roundRect">
            <a:avLst>
              <a:gd name="adj" fmla="val 15273"/>
            </a:avLst>
          </a:prstGeom>
          <a:solidFill>
            <a:srgbClr val="000000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7491413" y="4114800"/>
            <a:ext cx="1252538" cy="361950"/>
          </a:xfrm>
          <a:prstGeom prst="roundRect">
            <a:avLst>
              <a:gd name="adj" fmla="val 176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Registrar</a:t>
            </a: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4886325" y="3471977"/>
            <a:ext cx="898090" cy="830733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4890927" y="3140524"/>
            <a:ext cx="257651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1"/>
              </a:lnSpc>
              <a:buNone/>
            </a:pPr>
            <a:r>
              <a:rPr lang="en-US" sz="1584" b="1" spc="-35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Foto de identificação</a:t>
            </a:r>
            <a:endParaRPr lang="en-US" sz="1584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960097" y="3516882"/>
            <a:ext cx="740925" cy="74092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032962" y="3481196"/>
            <a:ext cx="952928" cy="819426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115822" y="3513421"/>
            <a:ext cx="787201" cy="731959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848225" y="2697309"/>
            <a:ext cx="4125703" cy="339857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5"/>
          <p:cNvSpPr/>
          <p:nvPr/>
        </p:nvSpPr>
        <p:spPr>
          <a:xfrm>
            <a:off x="4879842" y="2414588"/>
            <a:ext cx="34623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8"/>
              </a:lnSpc>
              <a:buNone/>
            </a:pPr>
            <a:r>
              <a:rPr lang="en-US" sz="1774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CNH:</a:t>
            </a:r>
            <a:endParaRPr lang="en-US" sz="177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3" name="Text 1"/>
          <p:cNvSpPr/>
          <p:nvPr/>
        </p:nvSpPr>
        <p:spPr>
          <a:xfrm>
            <a:off x="554478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80640" y="33051"/>
            <a:ext cx="400669" cy="39199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38" y="0"/>
            <a:ext cx="538976" cy="4576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00888" y="109538"/>
            <a:ext cx="17716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ATENDENTE</a:t>
            </a:r>
            <a:endParaRPr lang="en-US" sz="1425" dirty="0"/>
          </a:p>
        </p:txBody>
      </p:sp>
      <p:sp>
        <p:nvSpPr>
          <p:cNvPr id="7" name="Text 3"/>
          <p:cNvSpPr/>
          <p:nvPr/>
        </p:nvSpPr>
        <p:spPr>
          <a:xfrm>
            <a:off x="195263" y="1960431"/>
            <a:ext cx="4125703" cy="339857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195263" y="1652188"/>
            <a:ext cx="24777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8"/>
              </a:lnSpc>
              <a:buNone/>
            </a:pPr>
            <a:r>
              <a:rPr lang="en-US" sz="1774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Código do Cliente:</a:t>
            </a:r>
            <a:endParaRPr lang="en-US" sz="1774" dirty="0"/>
          </a:p>
        </p:txBody>
      </p:sp>
      <p:sp>
        <p:nvSpPr>
          <p:cNvPr id="9" name="Text 5"/>
          <p:cNvSpPr/>
          <p:nvPr/>
        </p:nvSpPr>
        <p:spPr>
          <a:xfrm>
            <a:off x="219075" y="2712906"/>
            <a:ext cx="4125703" cy="339857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219075" y="2405063"/>
            <a:ext cx="2809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8"/>
              </a:lnSpc>
              <a:buNone/>
            </a:pPr>
            <a:r>
              <a:rPr lang="en-US" sz="1774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Contato de TELEFONE:</a:t>
            </a:r>
            <a:endParaRPr lang="en-US" sz="1774" dirty="0"/>
          </a:p>
        </p:txBody>
      </p:sp>
      <p:sp>
        <p:nvSpPr>
          <p:cNvPr id="11" name="Text 7"/>
          <p:cNvSpPr/>
          <p:nvPr/>
        </p:nvSpPr>
        <p:spPr>
          <a:xfrm>
            <a:off x="247650" y="3503480"/>
            <a:ext cx="4125703" cy="339857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47650" y="3195638"/>
            <a:ext cx="2809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8"/>
              </a:lnSpc>
              <a:buNone/>
            </a:pPr>
            <a:r>
              <a:rPr lang="en-US" sz="1774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RG:</a:t>
            </a:r>
            <a:endParaRPr lang="en-US" sz="1774" dirty="0"/>
          </a:p>
        </p:txBody>
      </p:sp>
      <p:sp>
        <p:nvSpPr>
          <p:cNvPr id="13" name="Text 9"/>
          <p:cNvSpPr/>
          <p:nvPr/>
        </p:nvSpPr>
        <p:spPr>
          <a:xfrm>
            <a:off x="195263" y="1164703"/>
            <a:ext cx="4125703" cy="339857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38730" y="856461"/>
            <a:ext cx="22525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8"/>
              </a:lnSpc>
              <a:buNone/>
            </a:pPr>
            <a:r>
              <a:rPr lang="en-US" sz="1774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Nome do Cliente:</a:t>
            </a:r>
            <a:endParaRPr lang="en-US" sz="1774" dirty="0"/>
          </a:p>
        </p:txBody>
      </p:sp>
      <p:sp>
        <p:nvSpPr>
          <p:cNvPr id="15" name="Text 11"/>
          <p:cNvSpPr/>
          <p:nvPr/>
        </p:nvSpPr>
        <p:spPr>
          <a:xfrm>
            <a:off x="4848225" y="2717668"/>
            <a:ext cx="4125703" cy="339857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848225" y="1140891"/>
            <a:ext cx="4125703" cy="339857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891692" y="833438"/>
            <a:ext cx="24336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8"/>
              </a:lnSpc>
              <a:buNone/>
            </a:pPr>
            <a:r>
              <a:rPr lang="en-US" sz="1774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Placa do veículo:</a:t>
            </a:r>
            <a:endParaRPr lang="en-US" sz="1774" dirty="0"/>
          </a:p>
        </p:txBody>
      </p:sp>
      <p:sp>
        <p:nvSpPr>
          <p:cNvPr id="18" name="Text 14"/>
          <p:cNvSpPr/>
          <p:nvPr/>
        </p:nvSpPr>
        <p:spPr>
          <a:xfrm>
            <a:off x="4848225" y="1911496"/>
            <a:ext cx="4125703" cy="339857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879842" y="1628775"/>
            <a:ext cx="34623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8"/>
              </a:lnSpc>
              <a:buNone/>
            </a:pPr>
            <a:r>
              <a:rPr lang="en-US" sz="1774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Modelo e cor do veículo:</a:t>
            </a:r>
            <a:endParaRPr lang="en-US" sz="1774" dirty="0"/>
          </a:p>
        </p:txBody>
      </p:sp>
      <p:sp>
        <p:nvSpPr>
          <p:cNvPr id="20" name="Text 16"/>
          <p:cNvSpPr/>
          <p:nvPr/>
        </p:nvSpPr>
        <p:spPr>
          <a:xfrm>
            <a:off x="6724650" y="4786313"/>
            <a:ext cx="2262188" cy="290513"/>
          </a:xfrm>
          <a:prstGeom prst="roundRect">
            <a:avLst>
              <a:gd name="adj" fmla="val 22033"/>
            </a:avLst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174781" y="4801694"/>
            <a:ext cx="175344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5"/>
              </a:lnSpc>
              <a:buNone/>
            </a:pPr>
            <a:r>
              <a:rPr lang="en-US" sz="1481" b="1" spc="-30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Sair do sistema</a:t>
            </a:r>
            <a:endParaRPr lang="en-US" sz="1481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1" t="0" b="0"/>
          <a:stretch/>
        </p:blipFill>
        <p:spPr>
          <a:xfrm>
            <a:off x="6848075" y="4806821"/>
            <a:ext cx="248659" cy="24866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5263" y="4800600"/>
            <a:ext cx="2447925" cy="276225"/>
          </a:xfrm>
          <a:prstGeom prst="roundRect">
            <a:avLst>
              <a:gd name="adj" fmla="val 23172"/>
            </a:avLst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799449" y="4843463"/>
            <a:ext cx="18305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41"/>
              </a:lnSpc>
              <a:buNone/>
            </a:pPr>
            <a:r>
              <a:rPr lang="en-US" sz="1243" b="1" spc="-2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Voltar para o MENU</a:t>
            </a:r>
            <a:endParaRPr lang="en-US" sz="1243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28638" y="4819650"/>
            <a:ext cx="285750" cy="28575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33362" y="4824413"/>
            <a:ext cx="233362" cy="2333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67600" y="4062412"/>
            <a:ext cx="1300163" cy="419100"/>
          </a:xfrm>
          <a:prstGeom prst="roundRect">
            <a:avLst>
              <a:gd name="adj" fmla="val 15273"/>
            </a:avLst>
          </a:prstGeom>
          <a:solidFill>
            <a:srgbClr val="000000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7491413" y="4090987"/>
            <a:ext cx="1252538" cy="361950"/>
          </a:xfrm>
          <a:prstGeom prst="roundRect">
            <a:avLst>
              <a:gd name="adj" fmla="val 176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Registrar</a:t>
            </a: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4881563" y="3471863"/>
            <a:ext cx="929105" cy="859422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4886325" y="3128963"/>
            <a:ext cx="2662238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7"/>
              </a:lnSpc>
              <a:buNone/>
            </a:pPr>
            <a:r>
              <a:rPr lang="en-US" sz="1639" b="1" spc="-36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Foto de identificação</a:t>
            </a:r>
            <a:endParaRPr lang="en-US" sz="1639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957883" y="3518318"/>
            <a:ext cx="766511" cy="7665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067797" y="3481400"/>
            <a:ext cx="985838" cy="847725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153522" y="3514738"/>
            <a:ext cx="814388" cy="75723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2519363" y="2024062"/>
            <a:ext cx="4112363" cy="1552575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6"/>
          <p:cNvSpPr/>
          <p:nvPr/>
        </p:nvSpPr>
        <p:spPr>
          <a:xfrm>
            <a:off x="2555937" y="2065116"/>
            <a:ext cx="4039218" cy="1466735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7"/>
          <p:cNvSpPr/>
          <p:nvPr/>
        </p:nvSpPr>
        <p:spPr>
          <a:xfrm>
            <a:off x="4100103" y="3300458"/>
            <a:ext cx="987455" cy="220197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1E1E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8"/>
          <p:cNvSpPr/>
          <p:nvPr/>
        </p:nvSpPr>
        <p:spPr>
          <a:xfrm>
            <a:off x="4108228" y="3307923"/>
            <a:ext cx="971200" cy="205268"/>
          </a:xfrm>
          <a:prstGeom prst="roundRect">
            <a:avLst>
              <a:gd name="adj" fmla="val 31183"/>
            </a:avLst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OK</a:t>
            </a:r>
            <a:endParaRPr lang="en-US" dirty="0"/>
          </a:p>
        </p:txBody>
      </p:sp>
      <p:sp>
        <p:nvSpPr>
          <p:cNvPr id="38" name="Text 29"/>
          <p:cNvSpPr/>
          <p:nvPr/>
        </p:nvSpPr>
        <p:spPr>
          <a:xfrm>
            <a:off x="6282254" y="2050188"/>
            <a:ext cx="316961" cy="246322"/>
          </a:xfrm>
          <a:prstGeom prst="rect">
            <a:avLst/>
          </a:prstGeom>
          <a:solidFill>
            <a:srgbClr val="FF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X</a:t>
            </a:r>
            <a:endParaRPr lang="en-US" dirty="0"/>
          </a:p>
        </p:txBody>
      </p:sp>
      <p:sp>
        <p:nvSpPr>
          <p:cNvPr id="39" name="Text 30"/>
          <p:cNvSpPr/>
          <p:nvPr/>
        </p:nvSpPr>
        <p:spPr>
          <a:xfrm>
            <a:off x="2581275" y="2547938"/>
            <a:ext cx="3981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9" kern="0" dirty="0">
                <a:solidFill>
                  <a:srgbClr val="FF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  </a:t>
            </a:r>
            <a:pPr algn="ctr" indent="0" marL="0">
              <a:lnSpc>
                <a:spcPts val="2138"/>
              </a:lnSpc>
              <a:buNone/>
            </a:pPr>
            <a:r>
              <a:rPr lang="en-US" sz="1781" b="1" spc="-3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cadastrado com sucesso!</a:t>
            </a:r>
            <a:endParaRPr lang="en-US" sz="178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3" name="Text 1"/>
          <p:cNvSpPr/>
          <p:nvPr/>
        </p:nvSpPr>
        <p:spPr>
          <a:xfrm>
            <a:off x="554482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80644" y="33051"/>
            <a:ext cx="400669" cy="39199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38" y="0"/>
            <a:ext cx="538976" cy="4576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00888" y="109538"/>
            <a:ext cx="17716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ATENDENTE</a:t>
            </a:r>
            <a:endParaRPr lang="en-US" sz="1425" dirty="0"/>
          </a:p>
        </p:txBody>
      </p:sp>
      <p:sp>
        <p:nvSpPr>
          <p:cNvPr id="7" name="Text 3"/>
          <p:cNvSpPr/>
          <p:nvPr/>
        </p:nvSpPr>
        <p:spPr>
          <a:xfrm>
            <a:off x="195263" y="1861152"/>
            <a:ext cx="3429000" cy="282466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195263" y="1604963"/>
            <a:ext cx="20593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9"/>
              </a:lnSpc>
              <a:buNone/>
            </a:pPr>
            <a:r>
              <a:rPr lang="en-US" sz="1474" b="1" spc="-32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Código do Cliente:</a:t>
            </a:r>
            <a:endParaRPr lang="en-US" sz="1474" dirty="0"/>
          </a:p>
        </p:txBody>
      </p:sp>
      <p:sp>
        <p:nvSpPr>
          <p:cNvPr id="9" name="Text 5"/>
          <p:cNvSpPr/>
          <p:nvPr/>
        </p:nvSpPr>
        <p:spPr>
          <a:xfrm>
            <a:off x="5648469" y="895350"/>
            <a:ext cx="24968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787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Fotos do Veículo:</a:t>
            </a:r>
            <a:endParaRPr lang="en-US" sz="1787" dirty="0"/>
          </a:p>
        </p:txBody>
      </p:sp>
      <p:sp>
        <p:nvSpPr>
          <p:cNvPr id="10" name="Text 6"/>
          <p:cNvSpPr/>
          <p:nvPr/>
        </p:nvSpPr>
        <p:spPr>
          <a:xfrm>
            <a:off x="200313" y="2701359"/>
            <a:ext cx="1210593" cy="285779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hh:mm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712286" y="2709233"/>
            <a:ext cx="1869474" cy="285779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DD/MM/AAAA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95263" y="2400300"/>
            <a:ext cx="21910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603" b="1" spc="-35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Hora e data:</a:t>
            </a:r>
            <a:endParaRPr lang="en-US" sz="1603" dirty="0"/>
          </a:p>
        </p:txBody>
      </p:sp>
      <p:sp>
        <p:nvSpPr>
          <p:cNvPr id="13" name="Text 9"/>
          <p:cNvSpPr/>
          <p:nvPr/>
        </p:nvSpPr>
        <p:spPr>
          <a:xfrm>
            <a:off x="6724650" y="4786313"/>
            <a:ext cx="2262188" cy="290513"/>
          </a:xfrm>
          <a:prstGeom prst="roundRect">
            <a:avLst>
              <a:gd name="adj" fmla="val 22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174781" y="4801694"/>
            <a:ext cx="175344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5"/>
              </a:lnSpc>
              <a:buNone/>
            </a:pPr>
            <a:r>
              <a:rPr lang="en-US" sz="1481" b="1" spc="-30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Sair do sistema</a:t>
            </a:r>
            <a:endParaRPr lang="en-US" sz="1481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1" t="0" b="0"/>
          <a:stretch/>
        </p:blipFill>
        <p:spPr>
          <a:xfrm>
            <a:off x="6848075" y="4806821"/>
            <a:ext cx="248659" cy="2486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5263" y="4800600"/>
            <a:ext cx="2447925" cy="276225"/>
          </a:xfrm>
          <a:prstGeom prst="roundRect">
            <a:avLst>
              <a:gd name="adj" fmla="val 231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799449" y="4843463"/>
            <a:ext cx="18305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41"/>
              </a:lnSpc>
              <a:buNone/>
            </a:pPr>
            <a:r>
              <a:rPr lang="en-US" sz="1243" b="1" spc="-2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Voltar para o MENU</a:t>
            </a:r>
            <a:endParaRPr lang="en-US" sz="1243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28638" y="4819650"/>
            <a:ext cx="285750" cy="285750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33362" y="4824413"/>
            <a:ext cx="233362" cy="23336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803531" y="1190625"/>
            <a:ext cx="1643063" cy="276225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271463" y="1057275"/>
            <a:ext cx="2433638" cy="409575"/>
          </a:xfrm>
          <a:prstGeom prst="rect">
            <a:avLst/>
          </a:prstGeom>
          <a:solidFill>
            <a:srgbClr val="47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VAGAS DISPONÍVEIS </a:t>
            </a:r>
            <a:endParaRPr lang="en-US" dirty="0"/>
          </a:p>
        </p:txBody>
      </p:sp>
      <p:sp>
        <p:nvSpPr>
          <p:cNvPr id="22" name="Text 15"/>
          <p:cNvSpPr/>
          <p:nvPr/>
        </p:nvSpPr>
        <p:spPr>
          <a:xfrm rot="5400137">
            <a:off x="340756" y="1168964"/>
            <a:ext cx="290036" cy="180963"/>
          </a:xfrm>
          <a:prstGeom prst="triangle">
            <a:avLst/>
          </a:prstGeom>
          <a:solidFill>
            <a:srgbClr val="FFFFFF"/>
          </a:solidFill>
          <a:ln w="31671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2509838" y="962025"/>
            <a:ext cx="22330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96"/>
              </a:lnSpc>
              <a:buNone/>
            </a:pPr>
            <a:r>
              <a:rPr lang="en-US" sz="1247" b="1" spc="-27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Vaga selecionada:</a:t>
            </a:r>
            <a:endParaRPr lang="en-US" sz="1247" dirty="0"/>
          </a:p>
        </p:txBody>
      </p:sp>
      <p:sp>
        <p:nvSpPr>
          <p:cNvPr id="24" name="Text 17"/>
          <p:cNvSpPr/>
          <p:nvPr/>
        </p:nvSpPr>
        <p:spPr>
          <a:xfrm>
            <a:off x="3519488" y="142875"/>
            <a:ext cx="2805113" cy="628650"/>
          </a:xfrm>
          <a:prstGeom prst="roundRect">
            <a:avLst>
              <a:gd name="adj" fmla="val 10182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3538538" y="314325"/>
            <a:ext cx="2728913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16"/>
              </a:lnSpc>
              <a:buNone/>
            </a:pPr>
            <a:r>
              <a:rPr lang="en-US" sz="1603" b="1" spc="-32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Registrar ENTRADA</a:t>
            </a:r>
            <a:endParaRPr lang="en-US" sz="1603" dirty="0"/>
          </a:p>
        </p:txBody>
      </p:sp>
      <p:sp>
        <p:nvSpPr>
          <p:cNvPr id="26" name="Text 19"/>
          <p:cNvSpPr/>
          <p:nvPr/>
        </p:nvSpPr>
        <p:spPr>
          <a:xfrm>
            <a:off x="7467600" y="4062412"/>
            <a:ext cx="1300163" cy="419100"/>
          </a:xfrm>
          <a:prstGeom prst="roundRect">
            <a:avLst>
              <a:gd name="adj" fmla="val 15273"/>
            </a:avLst>
          </a:prstGeom>
          <a:solidFill>
            <a:srgbClr val="000000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7491413" y="4090987"/>
            <a:ext cx="1252538" cy="361950"/>
          </a:xfrm>
          <a:prstGeom prst="roundRect">
            <a:avLst>
              <a:gd name="adj" fmla="val 176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Registrar</a:t>
            </a: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209550" y="3376613"/>
            <a:ext cx="929105" cy="859422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5664589" y="1357287"/>
            <a:ext cx="1219849" cy="1128360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1166813" y="3981450"/>
            <a:ext cx="2662238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7"/>
              </a:lnSpc>
              <a:buNone/>
            </a:pPr>
            <a:r>
              <a:rPr lang="en-US" sz="1639" b="1" spc="-36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Foto de identificação</a:t>
            </a:r>
            <a:endParaRPr lang="en-US" sz="1639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85871" y="3423068"/>
            <a:ext cx="766511" cy="766512"/>
          </a:xfrm>
          <a:prstGeom prst="rect">
            <a:avLst/>
          </a:prstGeom>
        </p:spPr>
      </p:pic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839671" y="1382298"/>
            <a:ext cx="869142" cy="86914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076825" y="2213923"/>
            <a:ext cx="24033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5"/>
              </a:lnSpc>
              <a:buNone/>
            </a:pPr>
            <a:r>
              <a:rPr lang="en-US" sz="1632" b="1" spc="-33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Frente</a:t>
            </a:r>
            <a:endParaRPr lang="en-US" sz="1632" dirty="0"/>
          </a:p>
        </p:txBody>
      </p:sp>
      <p:sp>
        <p:nvSpPr>
          <p:cNvPr id="34" name="Text 25"/>
          <p:cNvSpPr/>
          <p:nvPr/>
        </p:nvSpPr>
        <p:spPr>
          <a:xfrm>
            <a:off x="6927661" y="1357287"/>
            <a:ext cx="1219849" cy="1128360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102739" y="1382298"/>
            <a:ext cx="869142" cy="86914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339892" y="2213923"/>
            <a:ext cx="24033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5"/>
              </a:lnSpc>
              <a:buNone/>
            </a:pPr>
            <a:r>
              <a:rPr lang="en-US" sz="1632" b="1" spc="-33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Trás</a:t>
            </a:r>
            <a:endParaRPr lang="en-US" sz="1632" dirty="0"/>
          </a:p>
        </p:txBody>
      </p:sp>
      <p:sp>
        <p:nvSpPr>
          <p:cNvPr id="37" name="Text 27"/>
          <p:cNvSpPr/>
          <p:nvPr/>
        </p:nvSpPr>
        <p:spPr>
          <a:xfrm>
            <a:off x="5664589" y="2551575"/>
            <a:ext cx="1219849" cy="1128360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839671" y="2576586"/>
            <a:ext cx="869142" cy="86914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076825" y="3408212"/>
            <a:ext cx="24033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5"/>
              </a:lnSpc>
              <a:buNone/>
            </a:pPr>
            <a:r>
              <a:rPr lang="en-US" sz="1632" b="1" spc="-33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Esquerda</a:t>
            </a:r>
            <a:endParaRPr lang="en-US" sz="1632" dirty="0"/>
          </a:p>
        </p:txBody>
      </p:sp>
      <p:sp>
        <p:nvSpPr>
          <p:cNvPr id="40" name="Text 29"/>
          <p:cNvSpPr/>
          <p:nvPr/>
        </p:nvSpPr>
        <p:spPr>
          <a:xfrm>
            <a:off x="6927661" y="2551575"/>
            <a:ext cx="1219849" cy="1128360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102739" y="2576586"/>
            <a:ext cx="869142" cy="869142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339892" y="3408212"/>
            <a:ext cx="24033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5"/>
              </a:lnSpc>
              <a:buNone/>
            </a:pPr>
            <a:r>
              <a:rPr lang="en-US" sz="1632" b="1" spc="-33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Direita</a:t>
            </a:r>
            <a:endParaRPr lang="en-US" sz="163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5263" y="4800600"/>
            <a:ext cx="2447925" cy="276225"/>
          </a:xfrm>
          <a:prstGeom prst="roundRect">
            <a:avLst>
              <a:gd name="adj" fmla="val 23172"/>
            </a:avLst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5263" y="3481388"/>
            <a:ext cx="4972050" cy="409575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3362" y="4824413"/>
            <a:ext cx="233362" cy="23336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8638" y="4819650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9449" y="4843463"/>
            <a:ext cx="18305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41"/>
              </a:lnSpc>
              <a:buNone/>
            </a:pPr>
            <a:r>
              <a:rPr lang="en-US" sz="1243" b="1" spc="-2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Voltar para o MENU</a:t>
            </a:r>
            <a:endParaRPr lang="en-US" sz="1243" dirty="0"/>
          </a:p>
        </p:txBody>
      </p:sp>
      <p:sp>
        <p:nvSpPr>
          <p:cNvPr id="7" name="Text 3"/>
          <p:cNvSpPr/>
          <p:nvPr/>
        </p:nvSpPr>
        <p:spPr>
          <a:xfrm>
            <a:off x="1689246" y="4340543"/>
            <a:ext cx="1763570" cy="269590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DD/MM/AAAA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195263" y="4336798"/>
            <a:ext cx="1142015" cy="269590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hh:mm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10" name="Text 6"/>
          <p:cNvSpPr/>
          <p:nvPr/>
        </p:nvSpPr>
        <p:spPr>
          <a:xfrm>
            <a:off x="554482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480644" y="33051"/>
            <a:ext cx="400669" cy="391998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438" y="0"/>
            <a:ext cx="538976" cy="4576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00888" y="109538"/>
            <a:ext cx="17716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ATENDENTE</a:t>
            </a:r>
            <a:endParaRPr lang="en-US" sz="1425" dirty="0"/>
          </a:p>
        </p:txBody>
      </p:sp>
      <p:sp>
        <p:nvSpPr>
          <p:cNvPr id="14" name="Text 8"/>
          <p:cNvSpPr/>
          <p:nvPr/>
        </p:nvSpPr>
        <p:spPr>
          <a:xfrm>
            <a:off x="195263" y="2281238"/>
            <a:ext cx="4972050" cy="409575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195263" y="981075"/>
            <a:ext cx="2433638" cy="409575"/>
          </a:xfrm>
          <a:prstGeom prst="rect">
            <a:avLst/>
          </a:prstGeom>
          <a:solidFill>
            <a:srgbClr val="47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VAGAS DISPONÍVEIS </a:t>
            </a: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195263" y="1390650"/>
            <a:ext cx="4972050" cy="3714750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24013" y="1538288"/>
            <a:ext cx="433388" cy="45243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047875" y="1414463"/>
            <a:ext cx="1381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328863" y="1538288"/>
            <a:ext cx="433388" cy="45243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747963" y="1414463"/>
            <a:ext cx="1476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052763" y="1538288"/>
            <a:ext cx="433388" cy="45243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467100" y="1414463"/>
            <a:ext cx="152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sp>
        <p:nvSpPr>
          <p:cNvPr id="23" name="Text 14"/>
          <p:cNvSpPr/>
          <p:nvPr/>
        </p:nvSpPr>
        <p:spPr>
          <a:xfrm>
            <a:off x="4224338" y="1414463"/>
            <a:ext cx="14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486275" y="1538288"/>
            <a:ext cx="433388" cy="45243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905375" y="1414463"/>
            <a:ext cx="1476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sp>
        <p:nvSpPr>
          <p:cNvPr id="26" name="Text 16"/>
          <p:cNvSpPr/>
          <p:nvPr/>
        </p:nvSpPr>
        <p:spPr>
          <a:xfrm>
            <a:off x="290513" y="1295400"/>
            <a:ext cx="47148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4703" dirty="0"/>
          </a:p>
        </p:txBody>
      </p:sp>
      <p:sp>
        <p:nvSpPr>
          <p:cNvPr id="27" name="Text 17"/>
          <p:cNvSpPr/>
          <p:nvPr/>
        </p:nvSpPr>
        <p:spPr>
          <a:xfrm>
            <a:off x="314325" y="2019300"/>
            <a:ext cx="4191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4703" dirty="0"/>
          </a:p>
        </p:txBody>
      </p:sp>
      <p:sp>
        <p:nvSpPr>
          <p:cNvPr id="28" name="Text 18"/>
          <p:cNvSpPr/>
          <p:nvPr/>
        </p:nvSpPr>
        <p:spPr>
          <a:xfrm>
            <a:off x="290513" y="2838450"/>
            <a:ext cx="47625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4703" dirty="0"/>
          </a:p>
        </p:txBody>
      </p:sp>
      <p:sp>
        <p:nvSpPr>
          <p:cNvPr id="29" name="Text 19"/>
          <p:cNvSpPr/>
          <p:nvPr/>
        </p:nvSpPr>
        <p:spPr>
          <a:xfrm>
            <a:off x="314325" y="3643313"/>
            <a:ext cx="46196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4703" dirty="0"/>
          </a:p>
        </p:txBody>
      </p:sp>
      <p:sp>
        <p:nvSpPr>
          <p:cNvPr id="30" name="Text 20"/>
          <p:cNvSpPr/>
          <p:nvPr/>
        </p:nvSpPr>
        <p:spPr>
          <a:xfrm rot="-10729362">
            <a:off x="263765" y="1093573"/>
            <a:ext cx="290036" cy="180963"/>
          </a:xfrm>
          <a:prstGeom prst="triangle">
            <a:avLst/>
          </a:prstGeom>
          <a:solidFill>
            <a:srgbClr val="FFFFFF"/>
          </a:solidFill>
          <a:ln w="31671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1"/>
          <p:cNvSpPr/>
          <p:nvPr/>
        </p:nvSpPr>
        <p:spPr>
          <a:xfrm>
            <a:off x="195263" y="1909762"/>
            <a:ext cx="29860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Código do Cliente:</a:t>
            </a:r>
            <a:endParaRPr lang="en-US" sz="2138" dirty="0"/>
          </a:p>
        </p:txBody>
      </p:sp>
      <p:sp>
        <p:nvSpPr>
          <p:cNvPr id="32" name="Text 22"/>
          <p:cNvSpPr/>
          <p:nvPr/>
        </p:nvSpPr>
        <p:spPr>
          <a:xfrm>
            <a:off x="6724650" y="4786313"/>
            <a:ext cx="2262188" cy="290513"/>
          </a:xfrm>
          <a:prstGeom prst="roundRect">
            <a:avLst>
              <a:gd name="adj" fmla="val 22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3"/>
          <p:cNvSpPr/>
          <p:nvPr/>
        </p:nvSpPr>
        <p:spPr>
          <a:xfrm>
            <a:off x="7174781" y="4801694"/>
            <a:ext cx="175344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5"/>
              </a:lnSpc>
              <a:buNone/>
            </a:pPr>
            <a:r>
              <a:rPr lang="en-US" sz="1481" b="1" spc="-30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Sair do sistema</a:t>
            </a:r>
            <a:endParaRPr lang="en-US" sz="1481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rcRect l="0" r="1" t="0" b="0"/>
          <a:stretch/>
        </p:blipFill>
        <p:spPr>
          <a:xfrm>
            <a:off x="6848075" y="4806821"/>
            <a:ext cx="248659" cy="24866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214313" y="4429125"/>
            <a:ext cx="4933950" cy="657225"/>
          </a:xfrm>
          <a:prstGeom prst="rect">
            <a:avLst/>
          </a:prstGeom>
          <a:solidFill>
            <a:srgbClr val="A1A1A1"/>
          </a:solidFill>
          <a:ln w="4524">
            <a:solidFill>
              <a:srgbClr val="000000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5"/>
          <p:cNvSpPr/>
          <p:nvPr/>
        </p:nvSpPr>
        <p:spPr>
          <a:xfrm>
            <a:off x="204788" y="3662362"/>
            <a:ext cx="4962525" cy="762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6"/>
          <p:cNvSpPr/>
          <p:nvPr/>
        </p:nvSpPr>
        <p:spPr>
          <a:xfrm>
            <a:off x="204788" y="4352925"/>
            <a:ext cx="4948238" cy="762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27"/>
          <p:cNvSpPr/>
          <p:nvPr/>
        </p:nvSpPr>
        <p:spPr>
          <a:xfrm>
            <a:off x="195263" y="2805113"/>
            <a:ext cx="4967288" cy="762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28"/>
          <p:cNvSpPr/>
          <p:nvPr/>
        </p:nvSpPr>
        <p:spPr>
          <a:xfrm>
            <a:off x="195263" y="2005013"/>
            <a:ext cx="4967288" cy="762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29"/>
          <p:cNvSpPr/>
          <p:nvPr/>
        </p:nvSpPr>
        <p:spPr>
          <a:xfrm>
            <a:off x="4395788" y="1409700"/>
            <a:ext cx="76200" cy="2943225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0"/>
          <p:cNvSpPr/>
          <p:nvPr/>
        </p:nvSpPr>
        <p:spPr>
          <a:xfrm>
            <a:off x="3662362" y="1409700"/>
            <a:ext cx="76200" cy="2943225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1"/>
          <p:cNvSpPr/>
          <p:nvPr/>
        </p:nvSpPr>
        <p:spPr>
          <a:xfrm>
            <a:off x="2962275" y="1409700"/>
            <a:ext cx="76200" cy="2943225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2"/>
          <p:cNvSpPr/>
          <p:nvPr/>
        </p:nvSpPr>
        <p:spPr>
          <a:xfrm>
            <a:off x="2238375" y="1390650"/>
            <a:ext cx="76200" cy="2967038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3"/>
          <p:cNvSpPr/>
          <p:nvPr/>
        </p:nvSpPr>
        <p:spPr>
          <a:xfrm>
            <a:off x="1533525" y="1409700"/>
            <a:ext cx="76200" cy="2957513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38213" y="1538288"/>
            <a:ext cx="433388" cy="452438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1376363" y="1414463"/>
            <a:ext cx="1095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624013" y="2309813"/>
            <a:ext cx="481012" cy="481012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2047875" y="2209800"/>
            <a:ext cx="1381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328863" y="2333625"/>
            <a:ext cx="433388" cy="452438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2747963" y="2209800"/>
            <a:ext cx="1476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3052763" y="2333625"/>
            <a:ext cx="433388" cy="452438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3467100" y="2209800"/>
            <a:ext cx="152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3805237" y="2333625"/>
            <a:ext cx="433388" cy="452438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4224338" y="2209800"/>
            <a:ext cx="14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pic>
        <p:nvPicPr>
          <p:cNvPr id="55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4486275" y="2333625"/>
            <a:ext cx="433388" cy="452438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4905375" y="2209800"/>
            <a:ext cx="1476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938213" y="2333625"/>
            <a:ext cx="433388" cy="452438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1376363" y="2209800"/>
            <a:ext cx="1095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sp>
        <p:nvSpPr>
          <p:cNvPr id="59" name="Text 41"/>
          <p:cNvSpPr/>
          <p:nvPr/>
        </p:nvSpPr>
        <p:spPr>
          <a:xfrm>
            <a:off x="2047875" y="3067050"/>
            <a:ext cx="1381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pic>
        <p:nvPicPr>
          <p:cNvPr id="60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2328863" y="3190875"/>
            <a:ext cx="433388" cy="452438"/>
          </a:xfrm>
          <a:prstGeom prst="rect">
            <a:avLst/>
          </a:prstGeom>
        </p:spPr>
      </p:pic>
      <p:sp>
        <p:nvSpPr>
          <p:cNvPr id="61" name="Text 42"/>
          <p:cNvSpPr/>
          <p:nvPr/>
        </p:nvSpPr>
        <p:spPr>
          <a:xfrm>
            <a:off x="2747963" y="3067050"/>
            <a:ext cx="1476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sp>
        <p:nvSpPr>
          <p:cNvPr id="62" name="Text 43"/>
          <p:cNvSpPr/>
          <p:nvPr/>
        </p:nvSpPr>
        <p:spPr>
          <a:xfrm>
            <a:off x="3467100" y="3067050"/>
            <a:ext cx="152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63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3805237" y="3190875"/>
            <a:ext cx="433388" cy="452438"/>
          </a:xfrm>
          <a:prstGeom prst="rect">
            <a:avLst/>
          </a:prstGeom>
        </p:spPr>
      </p:pic>
      <p:sp>
        <p:nvSpPr>
          <p:cNvPr id="64" name="Text 44"/>
          <p:cNvSpPr/>
          <p:nvPr/>
        </p:nvSpPr>
        <p:spPr>
          <a:xfrm>
            <a:off x="4224338" y="3067050"/>
            <a:ext cx="14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pic>
        <p:nvPicPr>
          <p:cNvPr id="65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4486275" y="3190875"/>
            <a:ext cx="433388" cy="452438"/>
          </a:xfrm>
          <a:prstGeom prst="rect">
            <a:avLst/>
          </a:prstGeom>
        </p:spPr>
      </p:pic>
      <p:sp>
        <p:nvSpPr>
          <p:cNvPr id="66" name="Text 45"/>
          <p:cNvSpPr/>
          <p:nvPr/>
        </p:nvSpPr>
        <p:spPr>
          <a:xfrm>
            <a:off x="4905375" y="3067050"/>
            <a:ext cx="1476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pic>
        <p:nvPicPr>
          <p:cNvPr id="67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938213" y="3190875"/>
            <a:ext cx="433388" cy="452438"/>
          </a:xfrm>
          <a:prstGeom prst="rect">
            <a:avLst/>
          </a:prstGeom>
        </p:spPr>
      </p:pic>
      <p:sp>
        <p:nvSpPr>
          <p:cNvPr id="68" name="Text 46"/>
          <p:cNvSpPr/>
          <p:nvPr/>
        </p:nvSpPr>
        <p:spPr>
          <a:xfrm>
            <a:off x="1376363" y="3067050"/>
            <a:ext cx="1095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pic>
        <p:nvPicPr>
          <p:cNvPr id="69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1624013" y="3843338"/>
            <a:ext cx="433388" cy="452438"/>
          </a:xfrm>
          <a:prstGeom prst="rect">
            <a:avLst/>
          </a:prstGeom>
        </p:spPr>
      </p:pic>
      <p:sp>
        <p:nvSpPr>
          <p:cNvPr id="70" name="Text 47"/>
          <p:cNvSpPr/>
          <p:nvPr/>
        </p:nvSpPr>
        <p:spPr>
          <a:xfrm>
            <a:off x="2047875" y="3719512"/>
            <a:ext cx="1381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pic>
        <p:nvPicPr>
          <p:cNvPr id="71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2328863" y="3843338"/>
            <a:ext cx="433388" cy="452438"/>
          </a:xfrm>
          <a:prstGeom prst="rect">
            <a:avLst/>
          </a:prstGeom>
        </p:spPr>
      </p:pic>
      <p:sp>
        <p:nvSpPr>
          <p:cNvPr id="72" name="Text 48"/>
          <p:cNvSpPr/>
          <p:nvPr/>
        </p:nvSpPr>
        <p:spPr>
          <a:xfrm>
            <a:off x="2747963" y="3719512"/>
            <a:ext cx="1476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pic>
        <p:nvPicPr>
          <p:cNvPr id="73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3052763" y="3843338"/>
            <a:ext cx="433388" cy="452438"/>
          </a:xfrm>
          <a:prstGeom prst="rect">
            <a:avLst/>
          </a:prstGeom>
        </p:spPr>
      </p:pic>
      <p:sp>
        <p:nvSpPr>
          <p:cNvPr id="74" name="Text 49"/>
          <p:cNvSpPr/>
          <p:nvPr/>
        </p:nvSpPr>
        <p:spPr>
          <a:xfrm>
            <a:off x="3467100" y="3719512"/>
            <a:ext cx="152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75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3805237" y="3843338"/>
            <a:ext cx="433388" cy="452438"/>
          </a:xfrm>
          <a:prstGeom prst="rect">
            <a:avLst/>
          </a:prstGeom>
        </p:spPr>
      </p:pic>
      <p:pic>
        <p:nvPicPr>
          <p:cNvPr id="76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2590800" y="4462463"/>
            <a:ext cx="576263" cy="600075"/>
          </a:xfrm>
          <a:prstGeom prst="rect">
            <a:avLst/>
          </a:prstGeom>
        </p:spPr>
      </p:pic>
      <p:sp>
        <p:nvSpPr>
          <p:cNvPr id="77" name="Text 50"/>
          <p:cNvSpPr/>
          <p:nvPr/>
        </p:nvSpPr>
        <p:spPr>
          <a:xfrm>
            <a:off x="4224338" y="3719512"/>
            <a:ext cx="14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sp>
        <p:nvSpPr>
          <p:cNvPr id="78" name="Text 51"/>
          <p:cNvSpPr/>
          <p:nvPr/>
        </p:nvSpPr>
        <p:spPr>
          <a:xfrm>
            <a:off x="4905375" y="3719512"/>
            <a:ext cx="1476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pic>
        <p:nvPicPr>
          <p:cNvPr id="79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938213" y="3843338"/>
            <a:ext cx="433388" cy="452438"/>
          </a:xfrm>
          <a:prstGeom prst="rect">
            <a:avLst/>
          </a:prstGeom>
        </p:spPr>
      </p:pic>
      <p:sp>
        <p:nvSpPr>
          <p:cNvPr id="80" name="Text 52"/>
          <p:cNvSpPr/>
          <p:nvPr/>
        </p:nvSpPr>
        <p:spPr>
          <a:xfrm>
            <a:off x="1376363" y="3719512"/>
            <a:ext cx="1095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pic>
        <p:nvPicPr>
          <p:cNvPr id="81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4495800" y="3833812"/>
            <a:ext cx="481012" cy="481012"/>
          </a:xfrm>
          <a:prstGeom prst="rect">
            <a:avLst/>
          </a:prstGeom>
        </p:spPr>
      </p:pic>
      <p:pic>
        <p:nvPicPr>
          <p:cNvPr id="82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523875" y="4462463"/>
            <a:ext cx="595313" cy="595313"/>
          </a:xfrm>
          <a:prstGeom prst="rect">
            <a:avLst/>
          </a:prstGeom>
        </p:spPr>
      </p:pic>
      <p:sp>
        <p:nvSpPr>
          <p:cNvPr id="83" name="Text 53"/>
          <p:cNvSpPr/>
          <p:nvPr/>
        </p:nvSpPr>
        <p:spPr>
          <a:xfrm>
            <a:off x="847725" y="1409700"/>
            <a:ext cx="76200" cy="2943225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4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3052763" y="3162300"/>
            <a:ext cx="481012" cy="481012"/>
          </a:xfrm>
          <a:prstGeom prst="rect">
            <a:avLst/>
          </a:prstGeom>
        </p:spPr>
      </p:pic>
      <p:pic>
        <p:nvPicPr>
          <p:cNvPr id="85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0" b="0"/>
          <a:stretch/>
        </p:blipFill>
        <p:spPr>
          <a:xfrm>
            <a:off x="3752850" y="1514475"/>
            <a:ext cx="481012" cy="481012"/>
          </a:xfrm>
          <a:prstGeom prst="rect">
            <a:avLst/>
          </a:prstGeom>
        </p:spPr>
      </p:pic>
      <p:pic>
        <p:nvPicPr>
          <p:cNvPr id="86" name="Image 30" descr="preencoded.png">    </p:cNvPr>
          <p:cNvPicPr>
            <a:picLocks noChangeAspect="1"/>
          </p:cNvPicPr>
          <p:nvPr/>
        </p:nvPicPr>
        <p:blipFill>
          <a:blip r:embed="rId31"/>
          <a:srcRect l="0" r="0" t="0" b="0"/>
          <a:stretch/>
        </p:blipFill>
        <p:spPr>
          <a:xfrm>
            <a:off x="1624013" y="3162300"/>
            <a:ext cx="481012" cy="481012"/>
          </a:xfrm>
          <a:prstGeom prst="rect">
            <a:avLst/>
          </a:prstGeom>
        </p:spPr>
      </p:pic>
      <p:sp>
        <p:nvSpPr>
          <p:cNvPr id="87" name="Text 54"/>
          <p:cNvSpPr/>
          <p:nvPr/>
        </p:nvSpPr>
        <p:spPr>
          <a:xfrm>
            <a:off x="1190625" y="4429125"/>
            <a:ext cx="85725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859" b="1" spc="-3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Vazias:</a:t>
            </a:r>
            <a:endParaRPr lang="en-US" sz="1859" dirty="0"/>
          </a:p>
          <a:p>
            <a:pPr algn="l" indent="0" marL="0">
              <a:lnSpc>
                <a:spcPts val="2454"/>
              </a:lnSpc>
              <a:buNone/>
            </a:pPr>
            <a:r>
              <a:rPr lang="en-US" sz="1859" b="1" spc="-3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1859" dirty="0"/>
          </a:p>
        </p:txBody>
      </p:sp>
      <p:sp>
        <p:nvSpPr>
          <p:cNvPr id="88" name="Text 55"/>
          <p:cNvSpPr/>
          <p:nvPr/>
        </p:nvSpPr>
        <p:spPr>
          <a:xfrm>
            <a:off x="3509963" y="4448175"/>
            <a:ext cx="127635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859" b="1" spc="-3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Ocupadas:</a:t>
            </a:r>
            <a:endParaRPr lang="en-US" sz="1859" dirty="0"/>
          </a:p>
          <a:p>
            <a:pPr algn="l" indent="0" marL="0">
              <a:lnSpc>
                <a:spcPts val="2454"/>
              </a:lnSpc>
              <a:buNone/>
            </a:pPr>
            <a:r>
              <a:rPr lang="en-US" sz="1859" b="1" spc="-3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1859" dirty="0"/>
          </a:p>
        </p:txBody>
      </p:sp>
      <p:sp>
        <p:nvSpPr>
          <p:cNvPr id="89" name="Text 56"/>
          <p:cNvSpPr/>
          <p:nvPr/>
        </p:nvSpPr>
        <p:spPr>
          <a:xfrm>
            <a:off x="5072063" y="1409700"/>
            <a:ext cx="76200" cy="3167063"/>
          </a:xfrm>
          <a:prstGeom prst="rect">
            <a:avLst/>
          </a:prstGeom>
          <a:solidFill>
            <a:srgbClr val="A1A1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57"/>
          <p:cNvSpPr/>
          <p:nvPr/>
        </p:nvSpPr>
        <p:spPr>
          <a:xfrm>
            <a:off x="5072063" y="1400175"/>
            <a:ext cx="76200" cy="376238"/>
          </a:xfrm>
          <a:prstGeom prst="rect">
            <a:avLst/>
          </a:prstGeom>
          <a:solidFill>
            <a:srgbClr val="565656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58"/>
          <p:cNvSpPr/>
          <p:nvPr/>
        </p:nvSpPr>
        <p:spPr>
          <a:xfrm>
            <a:off x="2727331" y="1114425"/>
            <a:ext cx="1643063" cy="276225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B2</a:t>
            </a:r>
            <a:endParaRPr lang="en-US" dirty="0"/>
          </a:p>
        </p:txBody>
      </p:sp>
      <p:sp>
        <p:nvSpPr>
          <p:cNvPr id="92" name="Text 59"/>
          <p:cNvSpPr/>
          <p:nvPr/>
        </p:nvSpPr>
        <p:spPr>
          <a:xfrm>
            <a:off x="2433638" y="885825"/>
            <a:ext cx="22330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96"/>
              </a:lnSpc>
              <a:buNone/>
            </a:pPr>
            <a:r>
              <a:rPr lang="en-US" sz="1247" b="1" spc="-27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Vaga selecionada:</a:t>
            </a:r>
            <a:endParaRPr lang="en-US" sz="1247" dirty="0"/>
          </a:p>
        </p:txBody>
      </p:sp>
      <p:sp>
        <p:nvSpPr>
          <p:cNvPr id="93" name="Text 60"/>
          <p:cNvSpPr/>
          <p:nvPr/>
        </p:nvSpPr>
        <p:spPr>
          <a:xfrm>
            <a:off x="7467600" y="4062412"/>
            <a:ext cx="1300163" cy="419100"/>
          </a:xfrm>
          <a:prstGeom prst="roundRect">
            <a:avLst>
              <a:gd name="adj" fmla="val 15273"/>
            </a:avLst>
          </a:prstGeom>
          <a:solidFill>
            <a:srgbClr val="000000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61"/>
          <p:cNvSpPr/>
          <p:nvPr/>
        </p:nvSpPr>
        <p:spPr>
          <a:xfrm>
            <a:off x="7491413" y="4090987"/>
            <a:ext cx="1252538" cy="361950"/>
          </a:xfrm>
          <a:prstGeom prst="roundRect">
            <a:avLst>
              <a:gd name="adj" fmla="val 176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Registrar</a:t>
            </a:r>
            <a:endParaRPr lang="en-US" dirty="0"/>
          </a:p>
        </p:txBody>
      </p:sp>
      <p:sp>
        <p:nvSpPr>
          <p:cNvPr id="95" name="Text 62"/>
          <p:cNvSpPr/>
          <p:nvPr/>
        </p:nvSpPr>
        <p:spPr>
          <a:xfrm>
            <a:off x="3519488" y="142875"/>
            <a:ext cx="2805113" cy="628650"/>
          </a:xfrm>
          <a:prstGeom prst="roundRect">
            <a:avLst>
              <a:gd name="adj" fmla="val 10182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63"/>
          <p:cNvSpPr/>
          <p:nvPr/>
        </p:nvSpPr>
        <p:spPr>
          <a:xfrm>
            <a:off x="3538538" y="314325"/>
            <a:ext cx="2728913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16"/>
              </a:lnSpc>
              <a:buNone/>
            </a:pPr>
            <a:r>
              <a:rPr lang="en-US" sz="1603" b="1" spc="-32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Registrar ENTRADA</a:t>
            </a:r>
            <a:endParaRPr lang="en-US" sz="1603" dirty="0"/>
          </a:p>
        </p:txBody>
      </p:sp>
      <p:sp>
        <p:nvSpPr>
          <p:cNvPr id="97" name="Text 64"/>
          <p:cNvSpPr/>
          <p:nvPr/>
        </p:nvSpPr>
        <p:spPr>
          <a:xfrm>
            <a:off x="5648469" y="895350"/>
            <a:ext cx="24968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787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Fotos do Veículo:</a:t>
            </a:r>
            <a:endParaRPr lang="en-US" sz="1787" dirty="0"/>
          </a:p>
        </p:txBody>
      </p:sp>
      <p:sp>
        <p:nvSpPr>
          <p:cNvPr id="98" name="Text 65"/>
          <p:cNvSpPr/>
          <p:nvPr/>
        </p:nvSpPr>
        <p:spPr>
          <a:xfrm>
            <a:off x="5664589" y="1357287"/>
            <a:ext cx="1219849" cy="1128360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9" name="Image 31" descr="preencoded.png">    </p:cNvPr>
          <p:cNvPicPr>
            <a:picLocks noChangeAspect="1"/>
          </p:cNvPicPr>
          <p:nvPr/>
        </p:nvPicPr>
        <p:blipFill>
          <a:blip r:embed="rId32"/>
          <a:srcRect l="0" r="0" t="0" b="0"/>
          <a:stretch/>
        </p:blipFill>
        <p:spPr>
          <a:xfrm>
            <a:off x="5839671" y="1382298"/>
            <a:ext cx="869142" cy="869142"/>
          </a:xfrm>
          <a:prstGeom prst="rect">
            <a:avLst/>
          </a:prstGeom>
        </p:spPr>
      </p:pic>
      <p:sp>
        <p:nvSpPr>
          <p:cNvPr id="100" name="Text 66"/>
          <p:cNvSpPr/>
          <p:nvPr/>
        </p:nvSpPr>
        <p:spPr>
          <a:xfrm>
            <a:off x="5076825" y="2213923"/>
            <a:ext cx="24033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5"/>
              </a:lnSpc>
              <a:buNone/>
            </a:pPr>
            <a:r>
              <a:rPr lang="en-US" sz="1632" b="1" spc="-33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Frente</a:t>
            </a:r>
            <a:endParaRPr lang="en-US" sz="1632" dirty="0"/>
          </a:p>
        </p:txBody>
      </p:sp>
      <p:sp>
        <p:nvSpPr>
          <p:cNvPr id="101" name="Text 67"/>
          <p:cNvSpPr/>
          <p:nvPr/>
        </p:nvSpPr>
        <p:spPr>
          <a:xfrm>
            <a:off x="6927661" y="1357287"/>
            <a:ext cx="1219849" cy="1128360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2" name="Image 32" descr="preencoded.png">    </p:cNvPr>
          <p:cNvPicPr>
            <a:picLocks noChangeAspect="1"/>
          </p:cNvPicPr>
          <p:nvPr/>
        </p:nvPicPr>
        <p:blipFill>
          <a:blip r:embed="rId33"/>
          <a:srcRect l="0" r="0" t="0" b="0"/>
          <a:stretch/>
        </p:blipFill>
        <p:spPr>
          <a:xfrm>
            <a:off x="7102739" y="1382298"/>
            <a:ext cx="869142" cy="869142"/>
          </a:xfrm>
          <a:prstGeom prst="rect">
            <a:avLst/>
          </a:prstGeom>
        </p:spPr>
      </p:pic>
      <p:sp>
        <p:nvSpPr>
          <p:cNvPr id="103" name="Text 68"/>
          <p:cNvSpPr/>
          <p:nvPr/>
        </p:nvSpPr>
        <p:spPr>
          <a:xfrm>
            <a:off x="6339892" y="2213923"/>
            <a:ext cx="24033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5"/>
              </a:lnSpc>
              <a:buNone/>
            </a:pPr>
            <a:r>
              <a:rPr lang="en-US" sz="1632" b="1" spc="-33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Trás</a:t>
            </a:r>
            <a:endParaRPr lang="en-US" sz="1632" dirty="0"/>
          </a:p>
        </p:txBody>
      </p:sp>
      <p:sp>
        <p:nvSpPr>
          <p:cNvPr id="104" name="Text 69"/>
          <p:cNvSpPr/>
          <p:nvPr/>
        </p:nvSpPr>
        <p:spPr>
          <a:xfrm>
            <a:off x="5664589" y="2551575"/>
            <a:ext cx="1219849" cy="1128360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5" name="Image 33" descr="preencoded.png">    </p:cNvPr>
          <p:cNvPicPr>
            <a:picLocks noChangeAspect="1"/>
          </p:cNvPicPr>
          <p:nvPr/>
        </p:nvPicPr>
        <p:blipFill>
          <a:blip r:embed="rId34"/>
          <a:srcRect l="0" r="0" t="0" b="0"/>
          <a:stretch/>
        </p:blipFill>
        <p:spPr>
          <a:xfrm>
            <a:off x="5839671" y="2576586"/>
            <a:ext cx="869142" cy="869142"/>
          </a:xfrm>
          <a:prstGeom prst="rect">
            <a:avLst/>
          </a:prstGeom>
        </p:spPr>
      </p:pic>
      <p:sp>
        <p:nvSpPr>
          <p:cNvPr id="106" name="Text 70"/>
          <p:cNvSpPr/>
          <p:nvPr/>
        </p:nvSpPr>
        <p:spPr>
          <a:xfrm>
            <a:off x="5076825" y="3408212"/>
            <a:ext cx="24033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5"/>
              </a:lnSpc>
              <a:buNone/>
            </a:pPr>
            <a:r>
              <a:rPr lang="en-US" sz="1632" b="1" spc="-33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Esquerda</a:t>
            </a:r>
            <a:endParaRPr lang="en-US" sz="1632" dirty="0"/>
          </a:p>
        </p:txBody>
      </p:sp>
      <p:sp>
        <p:nvSpPr>
          <p:cNvPr id="107" name="Text 71"/>
          <p:cNvSpPr/>
          <p:nvPr/>
        </p:nvSpPr>
        <p:spPr>
          <a:xfrm>
            <a:off x="6927661" y="2551575"/>
            <a:ext cx="1219849" cy="1128360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8" name="Image 34" descr="preencoded.png">    </p:cNvPr>
          <p:cNvPicPr>
            <a:picLocks noChangeAspect="1"/>
          </p:cNvPicPr>
          <p:nvPr/>
        </p:nvPicPr>
        <p:blipFill>
          <a:blip r:embed="rId35"/>
          <a:srcRect l="0" r="0" t="0" b="0"/>
          <a:stretch/>
        </p:blipFill>
        <p:spPr>
          <a:xfrm>
            <a:off x="7102739" y="2576586"/>
            <a:ext cx="869142" cy="869142"/>
          </a:xfrm>
          <a:prstGeom prst="rect">
            <a:avLst/>
          </a:prstGeom>
        </p:spPr>
      </p:pic>
      <p:sp>
        <p:nvSpPr>
          <p:cNvPr id="109" name="Text 72"/>
          <p:cNvSpPr/>
          <p:nvPr/>
        </p:nvSpPr>
        <p:spPr>
          <a:xfrm>
            <a:off x="6339892" y="3408212"/>
            <a:ext cx="24033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5"/>
              </a:lnSpc>
              <a:buNone/>
            </a:pPr>
            <a:r>
              <a:rPr lang="en-US" sz="1632" b="1" spc="-33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Direita</a:t>
            </a:r>
            <a:endParaRPr lang="en-US" sz="163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3" name="Text 1"/>
          <p:cNvSpPr/>
          <p:nvPr/>
        </p:nvSpPr>
        <p:spPr>
          <a:xfrm>
            <a:off x="554482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80644" y="33051"/>
            <a:ext cx="400669" cy="39199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38" y="0"/>
            <a:ext cx="538976" cy="4576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00888" y="109538"/>
            <a:ext cx="17716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ATENDENTE</a:t>
            </a:r>
            <a:endParaRPr lang="en-US" sz="1425" dirty="0"/>
          </a:p>
        </p:txBody>
      </p:sp>
      <p:sp>
        <p:nvSpPr>
          <p:cNvPr id="7" name="Text 3"/>
          <p:cNvSpPr/>
          <p:nvPr/>
        </p:nvSpPr>
        <p:spPr>
          <a:xfrm>
            <a:off x="195263" y="1861152"/>
            <a:ext cx="3429000" cy="282466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195263" y="1604963"/>
            <a:ext cx="20593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9"/>
              </a:lnSpc>
              <a:buNone/>
            </a:pPr>
            <a:r>
              <a:rPr lang="en-US" sz="1474" b="1" spc="-32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Código do Cliente:</a:t>
            </a:r>
            <a:endParaRPr lang="en-US" sz="1474" dirty="0"/>
          </a:p>
        </p:txBody>
      </p:sp>
      <p:sp>
        <p:nvSpPr>
          <p:cNvPr id="9" name="Text 5"/>
          <p:cNvSpPr/>
          <p:nvPr/>
        </p:nvSpPr>
        <p:spPr>
          <a:xfrm>
            <a:off x="6729413" y="962025"/>
            <a:ext cx="20593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9"/>
              </a:lnSpc>
              <a:buNone/>
            </a:pPr>
            <a:r>
              <a:rPr lang="en-US" sz="1474" b="1" spc="-32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Fotos do Veículo:</a:t>
            </a:r>
            <a:endParaRPr lang="en-US" sz="1474" dirty="0"/>
          </a:p>
        </p:txBody>
      </p:sp>
      <p:sp>
        <p:nvSpPr>
          <p:cNvPr id="10" name="Text 6"/>
          <p:cNvSpPr/>
          <p:nvPr/>
        </p:nvSpPr>
        <p:spPr>
          <a:xfrm>
            <a:off x="200313" y="2701359"/>
            <a:ext cx="1210593" cy="285779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hh:mm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712286" y="2709233"/>
            <a:ext cx="1869474" cy="285779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DD/MM/AAAA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95263" y="2400300"/>
            <a:ext cx="21910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603" b="1" spc="-35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Hora e data:</a:t>
            </a:r>
            <a:endParaRPr lang="en-US" sz="1603" dirty="0"/>
          </a:p>
        </p:txBody>
      </p:sp>
      <p:sp>
        <p:nvSpPr>
          <p:cNvPr id="13" name="Text 9"/>
          <p:cNvSpPr/>
          <p:nvPr/>
        </p:nvSpPr>
        <p:spPr>
          <a:xfrm>
            <a:off x="6724650" y="4786313"/>
            <a:ext cx="2262188" cy="290513"/>
          </a:xfrm>
          <a:prstGeom prst="roundRect">
            <a:avLst>
              <a:gd name="adj" fmla="val 22033"/>
            </a:avLst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174781" y="4801694"/>
            <a:ext cx="175344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5"/>
              </a:lnSpc>
              <a:buNone/>
            </a:pPr>
            <a:r>
              <a:rPr lang="en-US" sz="1481" b="1" spc="-30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Sair do sistema</a:t>
            </a:r>
            <a:endParaRPr lang="en-US" sz="1481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48075" y="4806821"/>
            <a:ext cx="248664" cy="2486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5263" y="4800600"/>
            <a:ext cx="2447925" cy="276225"/>
          </a:xfrm>
          <a:prstGeom prst="roundRect">
            <a:avLst>
              <a:gd name="adj" fmla="val 23172"/>
            </a:avLst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799449" y="4843463"/>
            <a:ext cx="18305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41"/>
              </a:lnSpc>
              <a:buNone/>
            </a:pPr>
            <a:r>
              <a:rPr lang="en-US" sz="1243" b="1" spc="-2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Voltar para o MENU</a:t>
            </a:r>
            <a:endParaRPr lang="en-US" sz="1243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28638" y="4819650"/>
            <a:ext cx="285750" cy="285750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33362" y="4824413"/>
            <a:ext cx="233362" cy="23336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803531" y="1190625"/>
            <a:ext cx="1643063" cy="276225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B2</a:t>
            </a: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271463" y="1057275"/>
            <a:ext cx="2433638" cy="409575"/>
          </a:xfrm>
          <a:prstGeom prst="rect">
            <a:avLst/>
          </a:prstGeom>
          <a:solidFill>
            <a:srgbClr val="470000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VAGAS DISPONÍVEIS </a:t>
            </a:r>
            <a:endParaRPr lang="en-US" dirty="0"/>
          </a:p>
        </p:txBody>
      </p:sp>
      <p:sp>
        <p:nvSpPr>
          <p:cNvPr id="22" name="Text 15"/>
          <p:cNvSpPr/>
          <p:nvPr/>
        </p:nvSpPr>
        <p:spPr>
          <a:xfrm rot="5400137">
            <a:off x="340756" y="1168964"/>
            <a:ext cx="290036" cy="180963"/>
          </a:xfrm>
          <a:prstGeom prst="triangle">
            <a:avLst/>
          </a:prstGeom>
          <a:solidFill>
            <a:srgbClr val="FFFFFF">
              <a:alpha val="50000"/>
            </a:srgbClr>
          </a:solidFill>
          <a:ln w="31671">
            <a:solidFill>
              <a:srgbClr val="FFFFFF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2509838" y="962025"/>
            <a:ext cx="22330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96"/>
              </a:lnSpc>
              <a:buNone/>
            </a:pPr>
            <a:r>
              <a:rPr lang="en-US" sz="1247" b="1" spc="-27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Vaga selecionada:</a:t>
            </a:r>
            <a:endParaRPr lang="en-US" sz="1247" dirty="0"/>
          </a:p>
        </p:txBody>
      </p:sp>
      <p:sp>
        <p:nvSpPr>
          <p:cNvPr id="24" name="Text 17"/>
          <p:cNvSpPr/>
          <p:nvPr/>
        </p:nvSpPr>
        <p:spPr>
          <a:xfrm>
            <a:off x="3519488" y="142875"/>
            <a:ext cx="2805113" cy="628650"/>
          </a:xfrm>
          <a:prstGeom prst="roundRect">
            <a:avLst>
              <a:gd name="adj" fmla="val 10182"/>
            </a:avLst>
          </a:prstGeom>
          <a:solidFill>
            <a:srgbClr val="000000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3538538" y="314325"/>
            <a:ext cx="2728913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16"/>
              </a:lnSpc>
              <a:buNone/>
            </a:pPr>
            <a:r>
              <a:rPr lang="en-US" sz="1603" b="1" spc="-32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Registrar ENTRADA</a:t>
            </a:r>
            <a:endParaRPr lang="en-US" sz="1603" dirty="0"/>
          </a:p>
        </p:txBody>
      </p:sp>
      <p:sp>
        <p:nvSpPr>
          <p:cNvPr id="26" name="Text 19"/>
          <p:cNvSpPr/>
          <p:nvPr/>
        </p:nvSpPr>
        <p:spPr>
          <a:xfrm>
            <a:off x="7467600" y="4062412"/>
            <a:ext cx="1300163" cy="419100"/>
          </a:xfrm>
          <a:prstGeom prst="roundRect">
            <a:avLst>
              <a:gd name="adj" fmla="val 15273"/>
            </a:avLst>
          </a:prstGeom>
          <a:solidFill>
            <a:srgbClr val="000000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7491413" y="4090987"/>
            <a:ext cx="1252538" cy="361950"/>
          </a:xfrm>
          <a:prstGeom prst="roundRect">
            <a:avLst>
              <a:gd name="adj" fmla="val 176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Registrar</a:t>
            </a: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209550" y="3376613"/>
            <a:ext cx="929105" cy="859422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6742705" y="1343025"/>
            <a:ext cx="1006117" cy="930658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1166813" y="3981450"/>
            <a:ext cx="2662238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7"/>
              </a:lnSpc>
              <a:buNone/>
            </a:pPr>
            <a:r>
              <a:rPr lang="en-US" sz="1639" b="1" spc="-36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Foto de identificação</a:t>
            </a:r>
            <a:endParaRPr lang="en-US" sz="1639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85871" y="3423068"/>
            <a:ext cx="766511" cy="766512"/>
          </a:xfrm>
          <a:prstGeom prst="rect">
            <a:avLst/>
          </a:prstGeom>
        </p:spPr>
      </p:pic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887115" y="1363654"/>
            <a:ext cx="716859" cy="71685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257925" y="2049569"/>
            <a:ext cx="19822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77"/>
              </a:lnSpc>
              <a:buNone/>
            </a:pPr>
            <a:r>
              <a:rPr lang="en-US" sz="1346" b="1" spc="-27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Frente</a:t>
            </a:r>
            <a:endParaRPr lang="en-US" sz="1346" dirty="0"/>
          </a:p>
        </p:txBody>
      </p:sp>
      <p:sp>
        <p:nvSpPr>
          <p:cNvPr id="34" name="Text 25"/>
          <p:cNvSpPr/>
          <p:nvPr/>
        </p:nvSpPr>
        <p:spPr>
          <a:xfrm>
            <a:off x="7784474" y="1343025"/>
            <a:ext cx="1006117" cy="930658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928874" y="1363654"/>
            <a:ext cx="716859" cy="71685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299685" y="2049569"/>
            <a:ext cx="19822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77"/>
              </a:lnSpc>
              <a:buNone/>
            </a:pPr>
            <a:r>
              <a:rPr lang="en-US" sz="1346" b="1" spc="-27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Trás</a:t>
            </a:r>
            <a:endParaRPr lang="en-US" sz="1346" dirty="0"/>
          </a:p>
        </p:txBody>
      </p:sp>
      <p:sp>
        <p:nvSpPr>
          <p:cNvPr id="37" name="Text 27"/>
          <p:cNvSpPr/>
          <p:nvPr/>
        </p:nvSpPr>
        <p:spPr>
          <a:xfrm>
            <a:off x="6742705" y="2328060"/>
            <a:ext cx="1006117" cy="930658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887115" y="2348689"/>
            <a:ext cx="716859" cy="71685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257925" y="3034604"/>
            <a:ext cx="19822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77"/>
              </a:lnSpc>
              <a:buNone/>
            </a:pPr>
            <a:r>
              <a:rPr lang="en-US" sz="1346" b="1" spc="-27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Esquerda</a:t>
            </a:r>
            <a:endParaRPr lang="en-US" sz="1346" dirty="0"/>
          </a:p>
        </p:txBody>
      </p:sp>
      <p:sp>
        <p:nvSpPr>
          <p:cNvPr id="40" name="Text 29"/>
          <p:cNvSpPr/>
          <p:nvPr/>
        </p:nvSpPr>
        <p:spPr>
          <a:xfrm>
            <a:off x="7784474" y="2328060"/>
            <a:ext cx="1006117" cy="930658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928874" y="2348689"/>
            <a:ext cx="716859" cy="71685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7299685" y="3034604"/>
            <a:ext cx="19822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77"/>
              </a:lnSpc>
              <a:buNone/>
            </a:pPr>
            <a:r>
              <a:rPr lang="en-US" sz="1346" b="1" spc="-27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Direita</a:t>
            </a:r>
            <a:endParaRPr lang="en-US" sz="1346" dirty="0"/>
          </a:p>
        </p:txBody>
      </p:sp>
      <p:sp>
        <p:nvSpPr>
          <p:cNvPr id="43" name="Text 31"/>
          <p:cNvSpPr/>
          <p:nvPr/>
        </p:nvSpPr>
        <p:spPr>
          <a:xfrm>
            <a:off x="2519363" y="2024062"/>
            <a:ext cx="4112363" cy="1552575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2"/>
          <p:cNvSpPr/>
          <p:nvPr/>
        </p:nvSpPr>
        <p:spPr>
          <a:xfrm>
            <a:off x="2555937" y="2065116"/>
            <a:ext cx="4039218" cy="1466735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3"/>
          <p:cNvSpPr/>
          <p:nvPr/>
        </p:nvSpPr>
        <p:spPr>
          <a:xfrm>
            <a:off x="4100103" y="3300458"/>
            <a:ext cx="987455" cy="220197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1E1E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4"/>
          <p:cNvSpPr/>
          <p:nvPr/>
        </p:nvSpPr>
        <p:spPr>
          <a:xfrm>
            <a:off x="4108228" y="3307923"/>
            <a:ext cx="971200" cy="205268"/>
          </a:xfrm>
          <a:prstGeom prst="roundRect">
            <a:avLst>
              <a:gd name="adj" fmla="val 31183"/>
            </a:avLst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OK</a:t>
            </a:r>
            <a:endParaRPr lang="en-US" dirty="0"/>
          </a:p>
        </p:txBody>
      </p:sp>
      <p:sp>
        <p:nvSpPr>
          <p:cNvPr id="47" name="Text 35"/>
          <p:cNvSpPr/>
          <p:nvPr/>
        </p:nvSpPr>
        <p:spPr>
          <a:xfrm>
            <a:off x="6282258" y="2050188"/>
            <a:ext cx="316961" cy="246322"/>
          </a:xfrm>
          <a:prstGeom prst="rect">
            <a:avLst/>
          </a:prstGeom>
          <a:solidFill>
            <a:srgbClr val="FF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X</a:t>
            </a:r>
            <a:endParaRPr lang="en-US" dirty="0"/>
          </a:p>
        </p:txBody>
      </p:sp>
      <p:sp>
        <p:nvSpPr>
          <p:cNvPr id="48" name="Text 36"/>
          <p:cNvSpPr/>
          <p:nvPr/>
        </p:nvSpPr>
        <p:spPr>
          <a:xfrm>
            <a:off x="2581275" y="2547938"/>
            <a:ext cx="3981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9" kern="0" dirty="0">
                <a:solidFill>
                  <a:srgbClr val="FF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  </a:t>
            </a:r>
            <a:pPr algn="ctr" indent="0" marL="0">
              <a:lnSpc>
                <a:spcPts val="2138"/>
              </a:lnSpc>
              <a:buNone/>
            </a:pPr>
            <a:r>
              <a:rPr lang="en-US" sz="1781" b="1" spc="-3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registrada com sucesso!</a:t>
            </a:r>
            <a:endParaRPr lang="en-US" sz="178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3" name="Text 1"/>
          <p:cNvSpPr/>
          <p:nvPr/>
        </p:nvSpPr>
        <p:spPr>
          <a:xfrm>
            <a:off x="554478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1" t="0" b="0"/>
          <a:stretch/>
        </p:blipFill>
        <p:spPr>
          <a:xfrm>
            <a:off x="2480640" y="33051"/>
            <a:ext cx="400664" cy="39199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38" y="0"/>
            <a:ext cx="538981" cy="4576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00888" y="109538"/>
            <a:ext cx="17716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ATENDENTE</a:t>
            </a:r>
            <a:endParaRPr lang="en-US" sz="1425" dirty="0"/>
          </a:p>
        </p:txBody>
      </p:sp>
      <p:sp>
        <p:nvSpPr>
          <p:cNvPr id="7" name="Text 3"/>
          <p:cNvSpPr/>
          <p:nvPr/>
        </p:nvSpPr>
        <p:spPr>
          <a:xfrm>
            <a:off x="195263" y="4800600"/>
            <a:ext cx="2447925" cy="276225"/>
          </a:xfrm>
          <a:prstGeom prst="roundRect">
            <a:avLst>
              <a:gd name="adj" fmla="val 231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99449" y="4843463"/>
            <a:ext cx="18305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41"/>
              </a:lnSpc>
              <a:buNone/>
            </a:pPr>
            <a:r>
              <a:rPr lang="en-US" sz="1243" b="1" spc="-2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Voltar para o MENU</a:t>
            </a:r>
            <a:endParaRPr lang="en-US" sz="1243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8638" y="4819650"/>
            <a:ext cx="285750" cy="2857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33362" y="4824413"/>
            <a:ext cx="233362" cy="2333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24650" y="4786313"/>
            <a:ext cx="2262188" cy="290513"/>
          </a:xfrm>
          <a:prstGeom prst="roundRect">
            <a:avLst>
              <a:gd name="adj" fmla="val 22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7174781" y="4801694"/>
            <a:ext cx="175344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5"/>
              </a:lnSpc>
              <a:buNone/>
            </a:pPr>
            <a:r>
              <a:rPr lang="en-US" sz="1481" b="1" spc="-30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Sair do sistema</a:t>
            </a:r>
            <a:endParaRPr lang="en-US" sz="1481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848075" y="4806821"/>
            <a:ext cx="248664" cy="2486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67600" y="4062412"/>
            <a:ext cx="1300163" cy="419100"/>
          </a:xfrm>
          <a:prstGeom prst="roundRect">
            <a:avLst>
              <a:gd name="adj" fmla="val 15273"/>
            </a:avLst>
          </a:prstGeom>
          <a:solidFill>
            <a:srgbClr val="000000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7491413" y="4090987"/>
            <a:ext cx="1252538" cy="361950"/>
          </a:xfrm>
          <a:prstGeom prst="roundRect">
            <a:avLst>
              <a:gd name="adj" fmla="val 176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Registrar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2727331" y="3048000"/>
            <a:ext cx="1643063" cy="276225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A4</a:t>
            </a:r>
            <a:endParaRPr lang="en-US" dirty="0"/>
          </a:p>
        </p:txBody>
      </p:sp>
      <p:sp>
        <p:nvSpPr>
          <p:cNvPr id="17" name="Text 10"/>
          <p:cNvSpPr/>
          <p:nvPr/>
        </p:nvSpPr>
        <p:spPr>
          <a:xfrm>
            <a:off x="200025" y="2928938"/>
            <a:ext cx="2433638" cy="409575"/>
          </a:xfrm>
          <a:prstGeom prst="rect">
            <a:avLst/>
          </a:prstGeom>
          <a:solidFill>
            <a:srgbClr val="47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MOSTRAR VAGA</a:t>
            </a:r>
            <a:endParaRPr lang="en-US" dirty="0"/>
          </a:p>
        </p:txBody>
      </p:sp>
      <p:sp>
        <p:nvSpPr>
          <p:cNvPr id="18" name="Text 11"/>
          <p:cNvSpPr/>
          <p:nvPr/>
        </p:nvSpPr>
        <p:spPr>
          <a:xfrm rot="5418215">
            <a:off x="265318" y="3041100"/>
            <a:ext cx="290036" cy="180963"/>
          </a:xfrm>
          <a:prstGeom prst="triangle">
            <a:avLst/>
          </a:prstGeom>
          <a:solidFill>
            <a:srgbClr val="FFFFFF"/>
          </a:solidFill>
          <a:ln w="31671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2747963" y="2819400"/>
            <a:ext cx="5286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247" b="1" spc="-27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Vaga:</a:t>
            </a:r>
            <a:endParaRPr lang="en-US" sz="1247" dirty="0"/>
          </a:p>
        </p:txBody>
      </p:sp>
      <p:sp>
        <p:nvSpPr>
          <p:cNvPr id="20" name="Text 13"/>
          <p:cNvSpPr/>
          <p:nvPr/>
        </p:nvSpPr>
        <p:spPr>
          <a:xfrm>
            <a:off x="200313" y="2201296"/>
            <a:ext cx="1210593" cy="285779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hh:mm</a:t>
            </a: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1712286" y="2209170"/>
            <a:ext cx="1869474" cy="285779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DD/MM/AAAA</a:t>
            </a: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195263" y="1900238"/>
            <a:ext cx="21910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603" b="1" spc="-35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Hora e data:</a:t>
            </a:r>
            <a:endParaRPr lang="en-US" sz="1603" dirty="0"/>
          </a:p>
        </p:txBody>
      </p:sp>
      <p:sp>
        <p:nvSpPr>
          <p:cNvPr id="23" name="Text 16"/>
          <p:cNvSpPr/>
          <p:nvPr/>
        </p:nvSpPr>
        <p:spPr>
          <a:xfrm>
            <a:off x="195263" y="1361090"/>
            <a:ext cx="3429000" cy="282466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195263" y="1104900"/>
            <a:ext cx="20593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9"/>
              </a:lnSpc>
              <a:buNone/>
            </a:pPr>
            <a:r>
              <a:rPr lang="en-US" sz="1474" b="1" spc="-32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Código do Cliente:</a:t>
            </a:r>
            <a:endParaRPr lang="en-US" sz="1474" dirty="0"/>
          </a:p>
        </p:txBody>
      </p:sp>
      <p:sp>
        <p:nvSpPr>
          <p:cNvPr id="25" name="Text 18"/>
          <p:cNvSpPr/>
          <p:nvPr/>
        </p:nvSpPr>
        <p:spPr>
          <a:xfrm>
            <a:off x="3519488" y="142875"/>
            <a:ext cx="2805113" cy="628650"/>
          </a:xfrm>
          <a:prstGeom prst="roundRect">
            <a:avLst>
              <a:gd name="adj" fmla="val 10182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3538538" y="314325"/>
            <a:ext cx="2728913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16"/>
              </a:lnSpc>
              <a:buNone/>
            </a:pPr>
            <a:r>
              <a:rPr lang="en-US" sz="1603" b="1" spc="-32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Registrar SAÍDA</a:t>
            </a:r>
            <a:endParaRPr lang="en-US" sz="1603" dirty="0"/>
          </a:p>
        </p:txBody>
      </p:sp>
      <p:sp>
        <p:nvSpPr>
          <p:cNvPr id="27" name="Text 20"/>
          <p:cNvSpPr/>
          <p:nvPr/>
        </p:nvSpPr>
        <p:spPr>
          <a:xfrm>
            <a:off x="4643438" y="1338263"/>
            <a:ext cx="4486275" cy="409575"/>
          </a:xfrm>
          <a:prstGeom prst="rect">
            <a:avLst/>
          </a:prstGeom>
          <a:solidFill>
            <a:srgbClr val="47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INFORMAÇÕES do Cliente </a:t>
            </a:r>
            <a:endParaRPr lang="en-US" dirty="0"/>
          </a:p>
        </p:txBody>
      </p:sp>
      <p:sp>
        <p:nvSpPr>
          <p:cNvPr id="28" name="Text 21"/>
          <p:cNvSpPr/>
          <p:nvPr/>
        </p:nvSpPr>
        <p:spPr>
          <a:xfrm rot="5438666">
            <a:off x="4704826" y="1441431"/>
            <a:ext cx="290036" cy="180963"/>
          </a:xfrm>
          <a:prstGeom prst="triangle">
            <a:avLst/>
          </a:prstGeom>
          <a:solidFill>
            <a:srgbClr val="FFFFFF"/>
          </a:solidFill>
          <a:ln w="31671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3" name="Text 1"/>
          <p:cNvSpPr/>
          <p:nvPr/>
        </p:nvSpPr>
        <p:spPr>
          <a:xfrm>
            <a:off x="554478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1" t="0" b="0"/>
          <a:stretch/>
        </p:blipFill>
        <p:spPr>
          <a:xfrm>
            <a:off x="2480640" y="33051"/>
            <a:ext cx="400664" cy="39199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38" y="0"/>
            <a:ext cx="538981" cy="4576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00888" y="109538"/>
            <a:ext cx="17716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ATENDENTE</a:t>
            </a:r>
            <a:endParaRPr lang="en-US" sz="1425" dirty="0"/>
          </a:p>
        </p:txBody>
      </p:sp>
      <p:sp>
        <p:nvSpPr>
          <p:cNvPr id="7" name="Text 3"/>
          <p:cNvSpPr/>
          <p:nvPr/>
        </p:nvSpPr>
        <p:spPr>
          <a:xfrm>
            <a:off x="195263" y="4800600"/>
            <a:ext cx="2447925" cy="276225"/>
          </a:xfrm>
          <a:prstGeom prst="roundRect">
            <a:avLst>
              <a:gd name="adj" fmla="val 231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99449" y="4843463"/>
            <a:ext cx="18305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41"/>
              </a:lnSpc>
              <a:buNone/>
            </a:pPr>
            <a:r>
              <a:rPr lang="en-US" sz="1243" b="1" spc="-2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Voltar para o MENU</a:t>
            </a:r>
            <a:endParaRPr lang="en-US" sz="1243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8638" y="4819650"/>
            <a:ext cx="285750" cy="2857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33362" y="4824413"/>
            <a:ext cx="233362" cy="2333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24650" y="4786313"/>
            <a:ext cx="2262188" cy="290513"/>
          </a:xfrm>
          <a:prstGeom prst="roundRect">
            <a:avLst>
              <a:gd name="adj" fmla="val 22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7174781" y="4801694"/>
            <a:ext cx="175344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5"/>
              </a:lnSpc>
              <a:buNone/>
            </a:pPr>
            <a:r>
              <a:rPr lang="en-US" sz="1481" b="1" spc="-30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Sair do sistema</a:t>
            </a:r>
            <a:endParaRPr lang="en-US" sz="1481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848075" y="4806821"/>
            <a:ext cx="248664" cy="2486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727331" y="3048000"/>
            <a:ext cx="1643063" cy="276225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A4</a:t>
            </a: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200025" y="2928938"/>
            <a:ext cx="2433638" cy="409575"/>
          </a:xfrm>
          <a:prstGeom prst="rect">
            <a:avLst/>
          </a:prstGeom>
          <a:solidFill>
            <a:srgbClr val="47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MOSTRAR VAGA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 rot="-10784534">
            <a:off x="267104" y="3043889"/>
            <a:ext cx="290036" cy="180963"/>
          </a:xfrm>
          <a:prstGeom prst="triangle">
            <a:avLst/>
          </a:prstGeom>
          <a:solidFill>
            <a:srgbClr val="FFFFFF"/>
          </a:solidFill>
          <a:ln w="31671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0"/>
          <p:cNvSpPr/>
          <p:nvPr/>
        </p:nvSpPr>
        <p:spPr>
          <a:xfrm>
            <a:off x="2747963" y="2819400"/>
            <a:ext cx="5286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247" b="1" spc="-27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Vaga:</a:t>
            </a:r>
            <a:endParaRPr lang="en-US" sz="1247" dirty="0"/>
          </a:p>
        </p:txBody>
      </p:sp>
      <p:sp>
        <p:nvSpPr>
          <p:cNvPr id="18" name="Text 11"/>
          <p:cNvSpPr/>
          <p:nvPr/>
        </p:nvSpPr>
        <p:spPr>
          <a:xfrm>
            <a:off x="7467600" y="4062412"/>
            <a:ext cx="1300163" cy="419100"/>
          </a:xfrm>
          <a:prstGeom prst="roundRect">
            <a:avLst>
              <a:gd name="adj" fmla="val 15273"/>
            </a:avLst>
          </a:prstGeom>
          <a:solidFill>
            <a:srgbClr val="000000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7491413" y="4090987"/>
            <a:ext cx="1252538" cy="361950"/>
          </a:xfrm>
          <a:prstGeom prst="roundRect">
            <a:avLst>
              <a:gd name="adj" fmla="val 176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Registrar</a:t>
            </a: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195263" y="1361090"/>
            <a:ext cx="3429000" cy="282466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4643438" y="1747838"/>
            <a:ext cx="4495800" cy="1652588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195263" y="1104900"/>
            <a:ext cx="20593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9"/>
              </a:lnSpc>
              <a:buNone/>
            </a:pPr>
            <a:r>
              <a:rPr lang="en-US" sz="1474" b="1" spc="-32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Código do Cliente:</a:t>
            </a:r>
            <a:endParaRPr lang="en-US" sz="1474" dirty="0"/>
          </a:p>
        </p:txBody>
      </p:sp>
      <p:sp>
        <p:nvSpPr>
          <p:cNvPr id="23" name="Text 16"/>
          <p:cNvSpPr/>
          <p:nvPr/>
        </p:nvSpPr>
        <p:spPr>
          <a:xfrm>
            <a:off x="200313" y="2201296"/>
            <a:ext cx="1210593" cy="285779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hh:mm</a:t>
            </a: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1712286" y="2209170"/>
            <a:ext cx="1869474" cy="285779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DD/MM/AAAA</a:t>
            </a: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4705638" y="2194912"/>
            <a:ext cx="990600" cy="304800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hh:mm</a:t>
            </a: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5762913" y="2199675"/>
            <a:ext cx="1528763" cy="304800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DD/MM/AAAA</a:t>
            </a: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195263" y="1900238"/>
            <a:ext cx="21910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603" b="1" spc="-35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Hora e data:</a:t>
            </a:r>
            <a:endParaRPr lang="en-US" sz="1603" dirty="0"/>
          </a:p>
        </p:txBody>
      </p:sp>
      <p:sp>
        <p:nvSpPr>
          <p:cNvPr id="28" name="Text 21"/>
          <p:cNvSpPr/>
          <p:nvPr/>
        </p:nvSpPr>
        <p:spPr>
          <a:xfrm>
            <a:off x="200025" y="3342151"/>
            <a:ext cx="4301661" cy="634536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436136" y="3453401"/>
            <a:ext cx="374954" cy="39143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802848" y="3346272"/>
            <a:ext cx="1190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1"/>
              </a:lnSpc>
              <a:buNone/>
            </a:pPr>
            <a:r>
              <a:rPr lang="en-US" sz="1410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1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045950" y="3453401"/>
            <a:ext cx="374954" cy="39143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408541" y="3346272"/>
            <a:ext cx="1285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1"/>
              </a:lnSpc>
              <a:buNone/>
            </a:pPr>
            <a:r>
              <a:rPr lang="en-US" sz="1410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10" dirty="0"/>
          </a:p>
        </p:txBody>
      </p:sp>
      <p:sp>
        <p:nvSpPr>
          <p:cNvPr id="33" name="Text 24"/>
          <p:cNvSpPr/>
          <p:nvPr/>
        </p:nvSpPr>
        <p:spPr>
          <a:xfrm>
            <a:off x="3685859" y="3346272"/>
            <a:ext cx="1238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1"/>
              </a:lnSpc>
              <a:buNone/>
            </a:pPr>
            <a:r>
              <a:rPr lang="en-US" sz="1410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1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912468" y="3453401"/>
            <a:ext cx="374954" cy="39143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275069" y="3346272"/>
            <a:ext cx="1285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1"/>
              </a:lnSpc>
              <a:buNone/>
            </a:pPr>
            <a:r>
              <a:rPr lang="en-US" sz="1410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10" dirty="0"/>
          </a:p>
        </p:txBody>
      </p:sp>
      <p:sp>
        <p:nvSpPr>
          <p:cNvPr id="36" name="Text 26"/>
          <p:cNvSpPr/>
          <p:nvPr/>
        </p:nvSpPr>
        <p:spPr>
          <a:xfrm>
            <a:off x="282439" y="3243263"/>
            <a:ext cx="409575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370"/>
              </a:lnSpc>
              <a:buNone/>
            </a:pPr>
            <a:r>
              <a:rPr lang="en-US" sz="4068" b="1" spc="-8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4068" dirty="0"/>
          </a:p>
        </p:txBody>
      </p:sp>
      <p:sp>
        <p:nvSpPr>
          <p:cNvPr id="37" name="Text 27"/>
          <p:cNvSpPr/>
          <p:nvPr/>
        </p:nvSpPr>
        <p:spPr>
          <a:xfrm>
            <a:off x="3834185" y="3346272"/>
            <a:ext cx="76200" cy="626295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28"/>
          <p:cNvSpPr/>
          <p:nvPr/>
        </p:nvSpPr>
        <p:spPr>
          <a:xfrm>
            <a:off x="3199656" y="3346272"/>
            <a:ext cx="76200" cy="626295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29"/>
          <p:cNvSpPr/>
          <p:nvPr/>
        </p:nvSpPr>
        <p:spPr>
          <a:xfrm>
            <a:off x="2593963" y="3346272"/>
            <a:ext cx="76200" cy="626295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0"/>
          <p:cNvSpPr/>
          <p:nvPr/>
        </p:nvSpPr>
        <p:spPr>
          <a:xfrm>
            <a:off x="1967657" y="3342151"/>
            <a:ext cx="76200" cy="63041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1"/>
          <p:cNvSpPr/>
          <p:nvPr/>
        </p:nvSpPr>
        <p:spPr>
          <a:xfrm>
            <a:off x="1357852" y="3346272"/>
            <a:ext cx="76200" cy="63041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42795" y="3453401"/>
            <a:ext cx="374954" cy="391435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1221879" y="3346272"/>
            <a:ext cx="95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1"/>
              </a:lnSpc>
              <a:buNone/>
            </a:pPr>
            <a:r>
              <a:rPr lang="en-US" sz="1410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10" dirty="0"/>
          </a:p>
        </p:txBody>
      </p:sp>
      <p:sp>
        <p:nvSpPr>
          <p:cNvPr id="44" name="Text 33"/>
          <p:cNvSpPr/>
          <p:nvPr/>
        </p:nvSpPr>
        <p:spPr>
          <a:xfrm>
            <a:off x="764511" y="3346272"/>
            <a:ext cx="76200" cy="626295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rcRect l="0" r="-1" t="0" b="0"/>
          <a:stretch/>
        </p:blipFill>
        <p:spPr>
          <a:xfrm>
            <a:off x="3277939" y="3432799"/>
            <a:ext cx="416161" cy="416157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4419284" y="3346045"/>
            <a:ext cx="76200" cy="618946"/>
          </a:xfrm>
          <a:prstGeom prst="rect">
            <a:avLst/>
          </a:prstGeom>
          <a:solidFill>
            <a:srgbClr val="A1A1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5"/>
          <p:cNvSpPr/>
          <p:nvPr/>
        </p:nvSpPr>
        <p:spPr>
          <a:xfrm>
            <a:off x="4419284" y="3344183"/>
            <a:ext cx="76200" cy="76200"/>
          </a:xfrm>
          <a:prstGeom prst="rect">
            <a:avLst/>
          </a:prstGeom>
          <a:solidFill>
            <a:srgbClr val="565656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36"/>
          <p:cNvSpPr/>
          <p:nvPr/>
        </p:nvSpPr>
        <p:spPr>
          <a:xfrm>
            <a:off x="2659884" y="3342151"/>
            <a:ext cx="539768" cy="622175"/>
          </a:xfrm>
          <a:prstGeom prst="rect">
            <a:avLst/>
          </a:prstGeom>
          <a:solidFill>
            <a:srgbClr val="198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2672246" y="3453401"/>
            <a:ext cx="374954" cy="391435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3030717" y="3346272"/>
            <a:ext cx="1285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1"/>
              </a:lnSpc>
              <a:buNone/>
            </a:pPr>
            <a:r>
              <a:rPr lang="en-US" sz="1410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10" dirty="0"/>
          </a:p>
        </p:txBody>
      </p:sp>
      <p:sp>
        <p:nvSpPr>
          <p:cNvPr id="51" name="Text 38"/>
          <p:cNvSpPr/>
          <p:nvPr/>
        </p:nvSpPr>
        <p:spPr>
          <a:xfrm>
            <a:off x="3519488" y="142875"/>
            <a:ext cx="2805113" cy="628650"/>
          </a:xfrm>
          <a:prstGeom prst="roundRect">
            <a:avLst>
              <a:gd name="adj" fmla="val 10182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39"/>
          <p:cNvSpPr/>
          <p:nvPr/>
        </p:nvSpPr>
        <p:spPr>
          <a:xfrm>
            <a:off x="3538538" y="314325"/>
            <a:ext cx="2728913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16"/>
              </a:lnSpc>
              <a:buNone/>
            </a:pPr>
            <a:r>
              <a:rPr lang="en-US" sz="1603" b="1" spc="-32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Registrar SAÍDA</a:t>
            </a:r>
            <a:endParaRPr lang="en-US" sz="1603" dirty="0"/>
          </a:p>
        </p:txBody>
      </p:sp>
      <p:sp>
        <p:nvSpPr>
          <p:cNvPr id="53" name="Text 40"/>
          <p:cNvSpPr/>
          <p:nvPr/>
        </p:nvSpPr>
        <p:spPr>
          <a:xfrm>
            <a:off x="4643438" y="1338263"/>
            <a:ext cx="4486275" cy="409575"/>
          </a:xfrm>
          <a:prstGeom prst="rect">
            <a:avLst/>
          </a:prstGeom>
          <a:solidFill>
            <a:srgbClr val="47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INFORMAÇÕES do Cliente </a:t>
            </a:r>
            <a:endParaRPr lang="en-US" dirty="0"/>
          </a:p>
        </p:txBody>
      </p:sp>
      <p:sp>
        <p:nvSpPr>
          <p:cNvPr id="54" name="Text 41"/>
          <p:cNvSpPr/>
          <p:nvPr/>
        </p:nvSpPr>
        <p:spPr>
          <a:xfrm rot="-10739515">
            <a:off x="4706918" y="1455100"/>
            <a:ext cx="290036" cy="180963"/>
          </a:xfrm>
          <a:prstGeom prst="triangle">
            <a:avLst/>
          </a:prstGeom>
          <a:solidFill>
            <a:srgbClr val="FFFFFF"/>
          </a:solidFill>
          <a:ln w="31671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2"/>
          <p:cNvSpPr/>
          <p:nvPr/>
        </p:nvSpPr>
        <p:spPr>
          <a:xfrm>
            <a:off x="7750504" y="1800225"/>
            <a:ext cx="12356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61"/>
              </a:lnSpc>
              <a:buNone/>
            </a:pPr>
            <a:r>
              <a:rPr lang="en-US" sz="885" b="1" spc="-19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Fotos do Veículo:</a:t>
            </a:r>
            <a:endParaRPr lang="en-US" sz="885" dirty="0"/>
          </a:p>
        </p:txBody>
      </p:sp>
      <p:sp>
        <p:nvSpPr>
          <p:cNvPr id="56" name="Text 43"/>
          <p:cNvSpPr/>
          <p:nvPr/>
        </p:nvSpPr>
        <p:spPr>
          <a:xfrm>
            <a:off x="4705350" y="1933575"/>
            <a:ext cx="1235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b="1" spc="-31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ACESSO:</a:t>
            </a:r>
            <a:endParaRPr lang="en-US" sz="1425" dirty="0"/>
          </a:p>
        </p:txBody>
      </p:sp>
      <p:sp>
        <p:nvSpPr>
          <p:cNvPr id="57" name="Text 44"/>
          <p:cNvSpPr/>
          <p:nvPr/>
        </p:nvSpPr>
        <p:spPr>
          <a:xfrm>
            <a:off x="7758485" y="2028838"/>
            <a:ext cx="603703" cy="558426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7845130" y="2041216"/>
            <a:ext cx="430141" cy="430139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7467600" y="2452787"/>
            <a:ext cx="11894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66"/>
              </a:lnSpc>
              <a:buNone/>
            </a:pPr>
            <a:r>
              <a:rPr lang="en-US" sz="808" b="1" spc="-16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Frente</a:t>
            </a:r>
            <a:endParaRPr lang="en-US" sz="808" dirty="0"/>
          </a:p>
        </p:txBody>
      </p:sp>
      <p:sp>
        <p:nvSpPr>
          <p:cNvPr id="60" name="Text 46"/>
          <p:cNvSpPr/>
          <p:nvPr/>
        </p:nvSpPr>
        <p:spPr>
          <a:xfrm>
            <a:off x="8383581" y="2028838"/>
            <a:ext cx="603703" cy="558426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470227" y="2041216"/>
            <a:ext cx="430141" cy="430139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8092687" y="2452787"/>
            <a:ext cx="11894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66"/>
              </a:lnSpc>
              <a:buNone/>
            </a:pPr>
            <a:r>
              <a:rPr lang="en-US" sz="808" b="1" spc="-16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Trás</a:t>
            </a:r>
            <a:endParaRPr lang="en-US" sz="808" dirty="0"/>
          </a:p>
        </p:txBody>
      </p:sp>
      <p:sp>
        <p:nvSpPr>
          <p:cNvPr id="63" name="Text 48"/>
          <p:cNvSpPr/>
          <p:nvPr/>
        </p:nvSpPr>
        <p:spPr>
          <a:xfrm>
            <a:off x="7758485" y="2619891"/>
            <a:ext cx="603703" cy="558426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4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7845130" y="2632270"/>
            <a:ext cx="430141" cy="430139"/>
          </a:xfrm>
          <a:prstGeom prst="rect">
            <a:avLst/>
          </a:prstGeom>
        </p:spPr>
      </p:pic>
      <p:sp>
        <p:nvSpPr>
          <p:cNvPr id="65" name="Text 49"/>
          <p:cNvSpPr/>
          <p:nvPr/>
        </p:nvSpPr>
        <p:spPr>
          <a:xfrm>
            <a:off x="7467600" y="3043841"/>
            <a:ext cx="11894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66"/>
              </a:lnSpc>
              <a:buNone/>
            </a:pPr>
            <a:r>
              <a:rPr lang="en-US" sz="808" b="1" spc="-16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Esquerda</a:t>
            </a:r>
            <a:endParaRPr lang="en-US" sz="808" dirty="0"/>
          </a:p>
        </p:txBody>
      </p:sp>
      <p:sp>
        <p:nvSpPr>
          <p:cNvPr id="66" name="Text 50"/>
          <p:cNvSpPr/>
          <p:nvPr/>
        </p:nvSpPr>
        <p:spPr>
          <a:xfrm>
            <a:off x="8383581" y="2619891"/>
            <a:ext cx="603703" cy="558426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7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470227" y="2632270"/>
            <a:ext cx="430141" cy="430139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8092687" y="3043841"/>
            <a:ext cx="11894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66"/>
              </a:lnSpc>
              <a:buNone/>
            </a:pPr>
            <a:r>
              <a:rPr lang="en-US" sz="808" b="1" spc="-16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Direita</a:t>
            </a:r>
            <a:endParaRPr lang="en-US" sz="808" dirty="0"/>
          </a:p>
        </p:txBody>
      </p:sp>
      <p:sp>
        <p:nvSpPr>
          <p:cNvPr id="69" name="Text 52"/>
          <p:cNvSpPr/>
          <p:nvPr/>
        </p:nvSpPr>
        <p:spPr>
          <a:xfrm>
            <a:off x="4715415" y="2572998"/>
            <a:ext cx="845378" cy="781974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53"/>
          <p:cNvSpPr/>
          <p:nvPr/>
        </p:nvSpPr>
        <p:spPr>
          <a:xfrm>
            <a:off x="5586413" y="3137617"/>
            <a:ext cx="2109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6"/>
              </a:lnSpc>
              <a:buNone/>
            </a:pPr>
            <a:r>
              <a:rPr lang="en-US" sz="1297" b="1" spc="-29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Foto de identificação</a:t>
            </a:r>
            <a:endParaRPr lang="en-US" sz="1297" dirty="0"/>
          </a:p>
        </p:txBody>
      </p:sp>
      <p:pic>
        <p:nvPicPr>
          <p:cNvPr id="71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4784861" y="2615267"/>
            <a:ext cx="697436" cy="6974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3" name="Text 1"/>
          <p:cNvSpPr/>
          <p:nvPr/>
        </p:nvSpPr>
        <p:spPr>
          <a:xfrm>
            <a:off x="554478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1" t="0" b="0"/>
          <a:stretch/>
        </p:blipFill>
        <p:spPr>
          <a:xfrm>
            <a:off x="2480640" y="33051"/>
            <a:ext cx="400664" cy="39199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38" y="0"/>
            <a:ext cx="538981" cy="4576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00888" y="109538"/>
            <a:ext cx="17716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ATENDENTE</a:t>
            </a:r>
            <a:endParaRPr lang="en-US" sz="1425" dirty="0"/>
          </a:p>
        </p:txBody>
      </p:sp>
      <p:sp>
        <p:nvSpPr>
          <p:cNvPr id="7" name="Text 3"/>
          <p:cNvSpPr/>
          <p:nvPr/>
        </p:nvSpPr>
        <p:spPr>
          <a:xfrm>
            <a:off x="195263" y="4800600"/>
            <a:ext cx="2447925" cy="276225"/>
          </a:xfrm>
          <a:prstGeom prst="roundRect">
            <a:avLst>
              <a:gd name="adj" fmla="val 23172"/>
            </a:avLst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99449" y="4843463"/>
            <a:ext cx="18305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41"/>
              </a:lnSpc>
              <a:buNone/>
            </a:pPr>
            <a:r>
              <a:rPr lang="en-US" sz="1243" b="1" spc="-2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Voltar para o MENU</a:t>
            </a:r>
            <a:endParaRPr lang="en-US" sz="1243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8638" y="4819650"/>
            <a:ext cx="285750" cy="2857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33362" y="4824413"/>
            <a:ext cx="233362" cy="2333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24650" y="4786313"/>
            <a:ext cx="2262188" cy="290513"/>
          </a:xfrm>
          <a:prstGeom prst="roundRect">
            <a:avLst>
              <a:gd name="adj" fmla="val 22033"/>
            </a:avLst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7174781" y="4801694"/>
            <a:ext cx="175344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5"/>
              </a:lnSpc>
              <a:buNone/>
            </a:pPr>
            <a:r>
              <a:rPr lang="en-US" sz="1481" b="1" spc="-30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Sair do sistema</a:t>
            </a:r>
            <a:endParaRPr lang="en-US" sz="1481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848075" y="4806821"/>
            <a:ext cx="248664" cy="2486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67600" y="4062412"/>
            <a:ext cx="1300163" cy="419100"/>
          </a:xfrm>
          <a:prstGeom prst="roundRect">
            <a:avLst>
              <a:gd name="adj" fmla="val 15273"/>
            </a:avLst>
          </a:prstGeom>
          <a:solidFill>
            <a:srgbClr val="000000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7491413" y="4090987"/>
            <a:ext cx="1252538" cy="361950"/>
          </a:xfrm>
          <a:prstGeom prst="roundRect">
            <a:avLst>
              <a:gd name="adj" fmla="val 176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Registrar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2727331" y="3048000"/>
            <a:ext cx="1643063" cy="276225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A4</a:t>
            </a:r>
            <a:endParaRPr lang="en-US" dirty="0"/>
          </a:p>
        </p:txBody>
      </p:sp>
      <p:sp>
        <p:nvSpPr>
          <p:cNvPr id="17" name="Text 10"/>
          <p:cNvSpPr/>
          <p:nvPr/>
        </p:nvSpPr>
        <p:spPr>
          <a:xfrm>
            <a:off x="200025" y="2928938"/>
            <a:ext cx="2433638" cy="409575"/>
          </a:xfrm>
          <a:prstGeom prst="rect">
            <a:avLst/>
          </a:prstGeom>
          <a:solidFill>
            <a:srgbClr val="470000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MOSTRAR VAGA</a:t>
            </a:r>
            <a:endParaRPr lang="en-US" dirty="0"/>
          </a:p>
        </p:txBody>
      </p:sp>
      <p:sp>
        <p:nvSpPr>
          <p:cNvPr id="18" name="Text 11"/>
          <p:cNvSpPr/>
          <p:nvPr/>
        </p:nvSpPr>
        <p:spPr>
          <a:xfrm rot="5418215">
            <a:off x="265318" y="3041100"/>
            <a:ext cx="290036" cy="180963"/>
          </a:xfrm>
          <a:prstGeom prst="triangle">
            <a:avLst/>
          </a:prstGeom>
          <a:solidFill>
            <a:srgbClr val="FFFFFF">
              <a:alpha val="50000"/>
            </a:srgbClr>
          </a:solidFill>
          <a:ln w="31671">
            <a:solidFill>
              <a:srgbClr val="FFFFFF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2747963" y="2819400"/>
            <a:ext cx="5286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247" b="1" spc="-27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Vaga:</a:t>
            </a:r>
            <a:endParaRPr lang="en-US" sz="1247" dirty="0"/>
          </a:p>
        </p:txBody>
      </p:sp>
      <p:sp>
        <p:nvSpPr>
          <p:cNvPr id="20" name="Text 13"/>
          <p:cNvSpPr/>
          <p:nvPr/>
        </p:nvSpPr>
        <p:spPr>
          <a:xfrm>
            <a:off x="200313" y="2201296"/>
            <a:ext cx="1210593" cy="285779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hh:mm</a:t>
            </a: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1712286" y="2209170"/>
            <a:ext cx="1869474" cy="285779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DD/MM/AAAA</a:t>
            </a: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195263" y="1900238"/>
            <a:ext cx="21910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603" b="1" spc="-35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Hora e data:</a:t>
            </a:r>
            <a:endParaRPr lang="en-US" sz="1603" dirty="0"/>
          </a:p>
        </p:txBody>
      </p:sp>
      <p:sp>
        <p:nvSpPr>
          <p:cNvPr id="23" name="Text 16"/>
          <p:cNvSpPr/>
          <p:nvPr/>
        </p:nvSpPr>
        <p:spPr>
          <a:xfrm>
            <a:off x="195263" y="1361090"/>
            <a:ext cx="3429000" cy="282466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195263" y="1104900"/>
            <a:ext cx="20593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9"/>
              </a:lnSpc>
              <a:buNone/>
            </a:pPr>
            <a:r>
              <a:rPr lang="en-US" sz="1474" b="1" spc="-32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Código do Cliente:</a:t>
            </a:r>
            <a:endParaRPr lang="en-US" sz="1474" dirty="0"/>
          </a:p>
        </p:txBody>
      </p:sp>
      <p:sp>
        <p:nvSpPr>
          <p:cNvPr id="25" name="Text 18"/>
          <p:cNvSpPr/>
          <p:nvPr/>
        </p:nvSpPr>
        <p:spPr>
          <a:xfrm>
            <a:off x="3519488" y="142875"/>
            <a:ext cx="2805113" cy="628650"/>
          </a:xfrm>
          <a:prstGeom prst="roundRect">
            <a:avLst>
              <a:gd name="adj" fmla="val 10182"/>
            </a:avLst>
          </a:prstGeom>
          <a:solidFill>
            <a:srgbClr val="000000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3538538" y="314325"/>
            <a:ext cx="2728913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16"/>
              </a:lnSpc>
              <a:buNone/>
            </a:pPr>
            <a:r>
              <a:rPr lang="en-US" sz="1603" b="1" spc="-32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Registrar SAÍDA</a:t>
            </a:r>
            <a:endParaRPr lang="en-US" sz="1603" dirty="0"/>
          </a:p>
        </p:txBody>
      </p:sp>
      <p:sp>
        <p:nvSpPr>
          <p:cNvPr id="27" name="Text 20"/>
          <p:cNvSpPr/>
          <p:nvPr/>
        </p:nvSpPr>
        <p:spPr>
          <a:xfrm>
            <a:off x="4643438" y="1338263"/>
            <a:ext cx="4486275" cy="409575"/>
          </a:xfrm>
          <a:prstGeom prst="rect">
            <a:avLst/>
          </a:prstGeom>
          <a:solidFill>
            <a:srgbClr val="470000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INFORMAÇÕES do Cliente </a:t>
            </a:r>
            <a:endParaRPr lang="en-US" dirty="0"/>
          </a:p>
        </p:txBody>
      </p:sp>
      <p:sp>
        <p:nvSpPr>
          <p:cNvPr id="28" name="Text 21"/>
          <p:cNvSpPr/>
          <p:nvPr/>
        </p:nvSpPr>
        <p:spPr>
          <a:xfrm rot="5438666">
            <a:off x="4704826" y="1441431"/>
            <a:ext cx="290036" cy="180963"/>
          </a:xfrm>
          <a:prstGeom prst="triangle">
            <a:avLst/>
          </a:prstGeom>
          <a:solidFill>
            <a:srgbClr val="FFFFFF">
              <a:alpha val="50000"/>
            </a:srgbClr>
          </a:solidFill>
          <a:ln w="31671">
            <a:solidFill>
              <a:srgbClr val="FFFFFF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5067300" y="2833688"/>
            <a:ext cx="3590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2519363" y="2024062"/>
            <a:ext cx="4112363" cy="1552575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2555937" y="2065116"/>
            <a:ext cx="4039218" cy="1466735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4100103" y="3300458"/>
            <a:ext cx="987455" cy="220197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1E1E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4108233" y="3307923"/>
            <a:ext cx="971200" cy="205268"/>
          </a:xfrm>
          <a:prstGeom prst="roundRect">
            <a:avLst>
              <a:gd name="adj" fmla="val 31183"/>
            </a:avLst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OK</a:t>
            </a: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6282258" y="2050188"/>
            <a:ext cx="316961" cy="246322"/>
          </a:xfrm>
          <a:prstGeom prst="rect">
            <a:avLst/>
          </a:prstGeom>
          <a:solidFill>
            <a:srgbClr val="FF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X</a:t>
            </a: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2581275" y="2547938"/>
            <a:ext cx="3981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9" kern="0" dirty="0">
                <a:solidFill>
                  <a:srgbClr val="FF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SAÍDA  </a:t>
            </a:r>
            <a:pPr algn="ctr" indent="0" marL="0">
              <a:lnSpc>
                <a:spcPts val="2138"/>
              </a:lnSpc>
              <a:buNone/>
            </a:pPr>
            <a:r>
              <a:rPr lang="en-US" sz="1781" b="1" spc="-3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registrada com sucesso!</a:t>
            </a:r>
            <a:endParaRPr lang="en-US" sz="178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4900" y="1814513"/>
            <a:ext cx="3895725" cy="2562225"/>
          </a:xfrm>
          <a:prstGeom prst="rect">
            <a:avLst/>
          </a:prstGeom>
          <a:solidFill>
            <a:srgbClr val="FFFFFF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814513"/>
            <a:ext cx="3895725" cy="2562225"/>
          </a:xfrm>
          <a:prstGeom prst="rect">
            <a:avLst/>
          </a:prstGeom>
          <a:solidFill>
            <a:srgbClr val="FFFFFF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5" name="Text 3"/>
          <p:cNvSpPr/>
          <p:nvPr/>
        </p:nvSpPr>
        <p:spPr>
          <a:xfrm>
            <a:off x="554487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1" t="0" b="0"/>
          <a:stretch/>
        </p:blipFill>
        <p:spPr>
          <a:xfrm>
            <a:off x="2480649" y="33051"/>
            <a:ext cx="400664" cy="39199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38" y="0"/>
            <a:ext cx="538981" cy="4576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39025" y="85725"/>
            <a:ext cx="15525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GERENTE</a:t>
            </a:r>
            <a:endParaRPr lang="en-US" sz="1425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33625" y="2028825"/>
            <a:ext cx="1481138" cy="14811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8625" y="3652838"/>
            <a:ext cx="3705225" cy="595313"/>
          </a:xfrm>
          <a:prstGeom prst="roundRect">
            <a:avLst>
              <a:gd name="adj" fmla="val 10752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538163" y="3776662"/>
            <a:ext cx="3457575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121" b="1" spc="-42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Cadastrar FUNCIONÁRIO</a:t>
            </a:r>
            <a:endParaRPr lang="en-US" sz="2121" dirty="0"/>
          </a:p>
        </p:txBody>
      </p:sp>
      <p:sp>
        <p:nvSpPr>
          <p:cNvPr id="12" name="Text 7"/>
          <p:cNvSpPr/>
          <p:nvPr/>
        </p:nvSpPr>
        <p:spPr>
          <a:xfrm>
            <a:off x="5162550" y="3652838"/>
            <a:ext cx="3400425" cy="595313"/>
          </a:xfrm>
          <a:prstGeom prst="roundRect">
            <a:avLst>
              <a:gd name="adj" fmla="val 10752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1952625" y="885825"/>
            <a:ext cx="5238750" cy="561975"/>
          </a:xfrm>
          <a:prstGeom prst="roundRect">
            <a:avLst>
              <a:gd name="adj" fmla="val 113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5255558" y="3752850"/>
            <a:ext cx="321216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92"/>
              </a:lnSpc>
              <a:buNone/>
            </a:pPr>
            <a:r>
              <a:rPr lang="en-US" sz="2266" b="1" spc="-45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Acessar RELATÓRIOS</a:t>
            </a:r>
            <a:endParaRPr lang="en-US" sz="2266" dirty="0"/>
          </a:p>
        </p:txBody>
      </p:sp>
      <p:sp>
        <p:nvSpPr>
          <p:cNvPr id="15" name="Text 10"/>
          <p:cNvSpPr/>
          <p:nvPr/>
        </p:nvSpPr>
        <p:spPr>
          <a:xfrm>
            <a:off x="3452813" y="4762500"/>
            <a:ext cx="2257425" cy="290513"/>
          </a:xfrm>
          <a:prstGeom prst="roundRect">
            <a:avLst>
              <a:gd name="adj" fmla="val 22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3769593" y="4776788"/>
            <a:ext cx="19526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5"/>
              </a:lnSpc>
              <a:buNone/>
            </a:pPr>
            <a:r>
              <a:rPr lang="en-US" sz="1481" b="1" spc="-30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Sair do sistema</a:t>
            </a:r>
            <a:endParaRPr lang="en-US" sz="1481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561950" y="4783008"/>
            <a:ext cx="248664" cy="2486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66912" y="952500"/>
            <a:ext cx="448151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86"/>
              </a:lnSpc>
              <a:buNone/>
            </a:pPr>
            <a:r>
              <a:rPr lang="en-US" sz="2565" b="1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de ADMINISTRAÇÃO</a:t>
            </a:r>
            <a:endParaRPr lang="en-US" sz="2565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10338" y="919162"/>
            <a:ext cx="485775" cy="485775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52475" y="2081212"/>
            <a:ext cx="1443038" cy="1443038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376863" y="2033588"/>
            <a:ext cx="1495425" cy="1495425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772275" y="2000250"/>
            <a:ext cx="1685925" cy="16859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550" y="3729038"/>
            <a:ext cx="929105" cy="859422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5263" y="4800600"/>
            <a:ext cx="2447925" cy="276225"/>
          </a:xfrm>
          <a:prstGeom prst="roundRect">
            <a:avLst>
              <a:gd name="adj" fmla="val 231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9449" y="4843463"/>
            <a:ext cx="18305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41"/>
              </a:lnSpc>
              <a:buNone/>
            </a:pPr>
            <a:r>
              <a:rPr lang="en-US" sz="1243" b="1" spc="-2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Voltar para o MENU</a:t>
            </a:r>
            <a:endParaRPr lang="en-US" sz="1243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8638" y="4819650"/>
            <a:ext cx="285750" cy="28575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3362" y="4824413"/>
            <a:ext cx="233362" cy="2333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24650" y="4786313"/>
            <a:ext cx="2262188" cy="290513"/>
          </a:xfrm>
          <a:prstGeom prst="roundRect">
            <a:avLst>
              <a:gd name="adj" fmla="val 22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174781" y="4801694"/>
            <a:ext cx="175344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5"/>
              </a:lnSpc>
              <a:buNone/>
            </a:pPr>
            <a:r>
              <a:rPr lang="en-US" sz="1481" b="1" spc="-30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Sair do sistema</a:t>
            </a:r>
            <a:endParaRPr lang="en-US" sz="1481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48075" y="4806821"/>
            <a:ext cx="248664" cy="2486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11" name="Text 6"/>
          <p:cNvSpPr/>
          <p:nvPr/>
        </p:nvSpPr>
        <p:spPr>
          <a:xfrm>
            <a:off x="554478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1" t="0" b="0"/>
          <a:stretch/>
        </p:blipFill>
        <p:spPr>
          <a:xfrm>
            <a:off x="2480640" y="33051"/>
            <a:ext cx="400664" cy="391998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1438" y="0"/>
            <a:ext cx="538981" cy="4576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39025" y="85725"/>
            <a:ext cx="15525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GERENTE</a:t>
            </a:r>
            <a:endParaRPr lang="en-US" sz="1425" dirty="0"/>
          </a:p>
        </p:txBody>
      </p:sp>
      <p:sp>
        <p:nvSpPr>
          <p:cNvPr id="15" name="Text 8"/>
          <p:cNvSpPr/>
          <p:nvPr/>
        </p:nvSpPr>
        <p:spPr>
          <a:xfrm>
            <a:off x="4929188" y="1674520"/>
            <a:ext cx="3838575" cy="316204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4929188" y="1385888"/>
            <a:ext cx="2790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spc="-36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Contato de telefone: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4929188" y="2493670"/>
            <a:ext cx="3838575" cy="316204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4929188" y="2228941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spc="-36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EMAIL: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4929188" y="3331870"/>
            <a:ext cx="3838575" cy="316204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4929188" y="3067141"/>
            <a:ext cx="39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spc="-36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RG:</a:t>
            </a:r>
            <a:endParaRPr lang="en-US" sz="1650" dirty="0"/>
          </a:p>
        </p:txBody>
      </p:sp>
      <p:sp>
        <p:nvSpPr>
          <p:cNvPr id="21" name="Text 14"/>
          <p:cNvSpPr/>
          <p:nvPr/>
        </p:nvSpPr>
        <p:spPr>
          <a:xfrm>
            <a:off x="209550" y="1631658"/>
            <a:ext cx="3838575" cy="316204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209550" y="1344868"/>
            <a:ext cx="23053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spc="-36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Nome: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209550" y="2450808"/>
            <a:ext cx="3838575" cy="316204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209550" y="2186079"/>
            <a:ext cx="5191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spc="-36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CPF: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209550" y="3289008"/>
            <a:ext cx="3838575" cy="316204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209550" y="3024279"/>
            <a:ext cx="9001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spc="-36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Código:</a:t>
            </a:r>
            <a:endParaRPr lang="en-US" sz="1650" dirty="0"/>
          </a:p>
        </p:txBody>
      </p:sp>
      <p:sp>
        <p:nvSpPr>
          <p:cNvPr id="27" name="Text 20"/>
          <p:cNvSpPr/>
          <p:nvPr/>
        </p:nvSpPr>
        <p:spPr>
          <a:xfrm>
            <a:off x="1166813" y="4333875"/>
            <a:ext cx="2662238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7"/>
              </a:lnSpc>
              <a:buNone/>
            </a:pPr>
            <a:r>
              <a:rPr lang="en-US" sz="1639" b="1" spc="-36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Foto de identificação</a:t>
            </a:r>
            <a:endParaRPr lang="en-US" sz="1639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85871" y="3775493"/>
            <a:ext cx="766511" cy="76651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467600" y="4062412"/>
            <a:ext cx="1300163" cy="419100"/>
          </a:xfrm>
          <a:prstGeom prst="roundRect">
            <a:avLst>
              <a:gd name="adj" fmla="val 15273"/>
            </a:avLst>
          </a:prstGeom>
          <a:solidFill>
            <a:srgbClr val="000000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7491413" y="4090987"/>
            <a:ext cx="1252538" cy="361950"/>
          </a:xfrm>
          <a:prstGeom prst="roundRect">
            <a:avLst>
              <a:gd name="adj" fmla="val 176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Registrar</a:t>
            </a: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3519488" y="142875"/>
            <a:ext cx="2805113" cy="628650"/>
          </a:xfrm>
          <a:prstGeom prst="roundRect">
            <a:avLst>
              <a:gd name="adj" fmla="val 10182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3538538" y="314325"/>
            <a:ext cx="2728913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16"/>
              </a:lnSpc>
              <a:buNone/>
            </a:pPr>
            <a:r>
              <a:rPr lang="en-US" sz="1603" b="1" spc="-32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Cadastrar FUNCIONÁRIO</a:t>
            </a:r>
            <a:endParaRPr lang="en-US" sz="160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550" y="3729038"/>
            <a:ext cx="929105" cy="859422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5263" y="4800600"/>
            <a:ext cx="2447925" cy="276225"/>
          </a:xfrm>
          <a:prstGeom prst="roundRect">
            <a:avLst>
              <a:gd name="adj" fmla="val 23172"/>
            </a:avLst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9449" y="4843463"/>
            <a:ext cx="18305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41"/>
              </a:lnSpc>
              <a:buNone/>
            </a:pPr>
            <a:r>
              <a:rPr lang="en-US" sz="1243" b="1" spc="-2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Voltar para o MENU</a:t>
            </a:r>
            <a:endParaRPr lang="en-US" sz="1243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8638" y="4819650"/>
            <a:ext cx="285750" cy="28575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3362" y="4824413"/>
            <a:ext cx="233362" cy="2333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24650" y="4786313"/>
            <a:ext cx="2262188" cy="290513"/>
          </a:xfrm>
          <a:prstGeom prst="roundRect">
            <a:avLst>
              <a:gd name="adj" fmla="val 22033"/>
            </a:avLst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174781" y="4801694"/>
            <a:ext cx="175344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5"/>
              </a:lnSpc>
              <a:buNone/>
            </a:pPr>
            <a:r>
              <a:rPr lang="en-US" sz="1481" b="1" spc="-30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Sair do sistema</a:t>
            </a:r>
            <a:endParaRPr lang="en-US" sz="1481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48075" y="4806821"/>
            <a:ext cx="248664" cy="2486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11" name="Text 6"/>
          <p:cNvSpPr/>
          <p:nvPr/>
        </p:nvSpPr>
        <p:spPr>
          <a:xfrm>
            <a:off x="554478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1" t="0" b="0"/>
          <a:stretch/>
        </p:blipFill>
        <p:spPr>
          <a:xfrm>
            <a:off x="2480640" y="33051"/>
            <a:ext cx="400664" cy="391998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1438" y="0"/>
            <a:ext cx="538981" cy="4576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39025" y="85725"/>
            <a:ext cx="15525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GERENTE</a:t>
            </a:r>
            <a:endParaRPr lang="en-US" sz="1425" dirty="0"/>
          </a:p>
        </p:txBody>
      </p:sp>
      <p:sp>
        <p:nvSpPr>
          <p:cNvPr id="15" name="Text 8"/>
          <p:cNvSpPr/>
          <p:nvPr/>
        </p:nvSpPr>
        <p:spPr>
          <a:xfrm>
            <a:off x="4929188" y="1674520"/>
            <a:ext cx="3838575" cy="316204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4929188" y="1385888"/>
            <a:ext cx="2790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spc="-36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Contato de telefone: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4929188" y="2493670"/>
            <a:ext cx="3838575" cy="316204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4929188" y="2228941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spc="-36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EMAIL: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4929188" y="3331870"/>
            <a:ext cx="3838575" cy="316204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4929188" y="3067141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spc="-36" kern="0" dirty="0">
                <a:solidFill>
                  <a:srgbClr val="0015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nÃO SEI:</a:t>
            </a:r>
            <a:endParaRPr lang="en-US" sz="1650" dirty="0"/>
          </a:p>
        </p:txBody>
      </p:sp>
      <p:sp>
        <p:nvSpPr>
          <p:cNvPr id="21" name="Text 14"/>
          <p:cNvSpPr/>
          <p:nvPr/>
        </p:nvSpPr>
        <p:spPr>
          <a:xfrm>
            <a:off x="209550" y="1631658"/>
            <a:ext cx="3838575" cy="316204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209550" y="1344868"/>
            <a:ext cx="23053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spc="-36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Nome: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209550" y="2450808"/>
            <a:ext cx="3838575" cy="316204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209550" y="2186079"/>
            <a:ext cx="5191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spc="-36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CPF: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209550" y="3289008"/>
            <a:ext cx="3838575" cy="316204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209550" y="3024279"/>
            <a:ext cx="9001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spc="-36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Código:</a:t>
            </a:r>
            <a:endParaRPr lang="en-US" sz="1650" dirty="0"/>
          </a:p>
        </p:txBody>
      </p:sp>
      <p:sp>
        <p:nvSpPr>
          <p:cNvPr id="27" name="Text 20"/>
          <p:cNvSpPr/>
          <p:nvPr/>
        </p:nvSpPr>
        <p:spPr>
          <a:xfrm>
            <a:off x="1166813" y="4333875"/>
            <a:ext cx="2662238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7"/>
              </a:lnSpc>
              <a:buNone/>
            </a:pPr>
            <a:r>
              <a:rPr lang="en-US" sz="1639" b="1" spc="-36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Foto de identificação</a:t>
            </a:r>
            <a:endParaRPr lang="en-US" sz="1639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85871" y="3775493"/>
            <a:ext cx="766511" cy="76651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467600" y="4062412"/>
            <a:ext cx="1300163" cy="419100"/>
          </a:xfrm>
          <a:prstGeom prst="roundRect">
            <a:avLst>
              <a:gd name="adj" fmla="val 15273"/>
            </a:avLst>
          </a:prstGeom>
          <a:solidFill>
            <a:srgbClr val="000000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7491413" y="4090987"/>
            <a:ext cx="1252538" cy="361950"/>
          </a:xfrm>
          <a:prstGeom prst="roundRect">
            <a:avLst>
              <a:gd name="adj" fmla="val 176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Registrar</a:t>
            </a: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3519488" y="142875"/>
            <a:ext cx="2805113" cy="628650"/>
          </a:xfrm>
          <a:prstGeom prst="roundRect">
            <a:avLst>
              <a:gd name="adj" fmla="val 10182"/>
            </a:avLst>
          </a:prstGeom>
          <a:solidFill>
            <a:srgbClr val="000000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3538538" y="314325"/>
            <a:ext cx="2728913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16"/>
              </a:lnSpc>
              <a:buNone/>
            </a:pPr>
            <a:r>
              <a:rPr lang="en-US" sz="1603" b="1" spc="-32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Cadastrar FUNCIONÁRIO</a:t>
            </a:r>
            <a:endParaRPr lang="en-US" sz="1603" dirty="0"/>
          </a:p>
        </p:txBody>
      </p:sp>
      <p:sp>
        <p:nvSpPr>
          <p:cNvPr id="33" name="Text 25"/>
          <p:cNvSpPr/>
          <p:nvPr/>
        </p:nvSpPr>
        <p:spPr>
          <a:xfrm>
            <a:off x="2519363" y="2024062"/>
            <a:ext cx="4112363" cy="1552575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2555937" y="2065116"/>
            <a:ext cx="4039218" cy="1466735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4100103" y="3300458"/>
            <a:ext cx="987455" cy="220197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1E1E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4108233" y="3307923"/>
            <a:ext cx="971200" cy="205268"/>
          </a:xfrm>
          <a:prstGeom prst="roundRect">
            <a:avLst>
              <a:gd name="adj" fmla="val 31183"/>
            </a:avLst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OK</a:t>
            </a: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6282258" y="2050188"/>
            <a:ext cx="316961" cy="246322"/>
          </a:xfrm>
          <a:prstGeom prst="rect">
            <a:avLst/>
          </a:prstGeom>
          <a:solidFill>
            <a:srgbClr val="FF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X</a:t>
            </a: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2581275" y="2547938"/>
            <a:ext cx="3981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41" b="1" spc="-34" kern="0" dirty="0">
                <a:solidFill>
                  <a:srgbClr val="FF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FUNCIONÁRIO  </a:t>
            </a:r>
            <a:pPr algn="ctr" indent="0" marL="0">
              <a:lnSpc>
                <a:spcPts val="1850"/>
              </a:lnSpc>
              <a:buNone/>
            </a:pPr>
            <a:r>
              <a:rPr lang="en-US" sz="1541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cadastrado com sucesso!</a:t>
            </a:r>
            <a:endParaRPr lang="en-US" sz="154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075" y="1533525"/>
            <a:ext cx="3895725" cy="2562225"/>
          </a:xfrm>
          <a:prstGeom prst="rect">
            <a:avLst/>
          </a:prstGeom>
          <a:solidFill>
            <a:srgbClr val="FFFFFF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4" name="Text 2"/>
          <p:cNvSpPr/>
          <p:nvPr/>
        </p:nvSpPr>
        <p:spPr>
          <a:xfrm>
            <a:off x="554487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1" t="0" b="0"/>
          <a:stretch/>
        </p:blipFill>
        <p:spPr>
          <a:xfrm>
            <a:off x="2480649" y="33051"/>
            <a:ext cx="400664" cy="39199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38" y="0"/>
            <a:ext cx="538981" cy="4576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9025" y="85725"/>
            <a:ext cx="15525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GERENTE</a:t>
            </a:r>
            <a:endParaRPr lang="en-US" sz="1425" dirty="0"/>
          </a:p>
        </p:txBody>
      </p:sp>
      <p:sp>
        <p:nvSpPr>
          <p:cNvPr id="8" name="Text 4"/>
          <p:cNvSpPr/>
          <p:nvPr/>
        </p:nvSpPr>
        <p:spPr>
          <a:xfrm>
            <a:off x="466725" y="3371850"/>
            <a:ext cx="3400425" cy="595313"/>
          </a:xfrm>
          <a:prstGeom prst="roundRect">
            <a:avLst>
              <a:gd name="adj" fmla="val 10752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59733" y="3471863"/>
            <a:ext cx="321216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2"/>
              </a:lnSpc>
              <a:buNone/>
            </a:pPr>
            <a:r>
              <a:rPr lang="en-US" sz="2138" b="1" spc="-43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Registros</a:t>
            </a:r>
            <a:endParaRPr lang="en-US" sz="2138" dirty="0"/>
          </a:p>
        </p:txBody>
      </p:sp>
      <p:sp>
        <p:nvSpPr>
          <p:cNvPr id="10" name="Text 6"/>
          <p:cNvSpPr/>
          <p:nvPr/>
        </p:nvSpPr>
        <p:spPr>
          <a:xfrm>
            <a:off x="3048000" y="357188"/>
            <a:ext cx="3400425" cy="595313"/>
          </a:xfrm>
          <a:prstGeom prst="roundRect">
            <a:avLst>
              <a:gd name="adj" fmla="val 10752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141008" y="457200"/>
            <a:ext cx="321216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2"/>
              </a:lnSpc>
              <a:buNone/>
            </a:pPr>
            <a:r>
              <a:rPr lang="en-US" sz="2138" b="1" spc="-43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Relatórios</a:t>
            </a:r>
            <a:endParaRPr lang="en-US" sz="2138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5313" y="1752600"/>
            <a:ext cx="1495425" cy="14954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86350" y="1533525"/>
            <a:ext cx="3895725" cy="2562225"/>
          </a:xfrm>
          <a:prstGeom prst="rect">
            <a:avLst/>
          </a:prstGeom>
          <a:solidFill>
            <a:srgbClr val="FFFFFF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5334000" y="3371850"/>
            <a:ext cx="3400425" cy="595313"/>
          </a:xfrm>
          <a:prstGeom prst="roundRect">
            <a:avLst>
              <a:gd name="adj" fmla="val 10752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5427008" y="3471863"/>
            <a:ext cx="321216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92"/>
              </a:lnSpc>
              <a:buNone/>
            </a:pPr>
            <a:r>
              <a:rPr lang="en-US" sz="2266" b="1" spc="-45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Estatísticas</a:t>
            </a:r>
            <a:endParaRPr lang="en-US" sz="2266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48313" y="1752600"/>
            <a:ext cx="1495425" cy="1495425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281238" y="1785938"/>
            <a:ext cx="1381125" cy="1381125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234238" y="1885950"/>
            <a:ext cx="1233488" cy="12334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724650" y="4786313"/>
            <a:ext cx="2262188" cy="290513"/>
          </a:xfrm>
          <a:prstGeom prst="roundRect">
            <a:avLst>
              <a:gd name="adj" fmla="val 22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2"/>
          <p:cNvSpPr/>
          <p:nvPr/>
        </p:nvSpPr>
        <p:spPr>
          <a:xfrm>
            <a:off x="7174781" y="4801694"/>
            <a:ext cx="175344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5"/>
              </a:lnSpc>
              <a:buNone/>
            </a:pPr>
            <a:r>
              <a:rPr lang="en-US" sz="1481" b="1" spc="-30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Sair do sistema</a:t>
            </a:r>
            <a:endParaRPr lang="en-US" sz="1481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848075" y="4806821"/>
            <a:ext cx="248664" cy="24866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95263" y="4800600"/>
            <a:ext cx="2447925" cy="276225"/>
          </a:xfrm>
          <a:prstGeom prst="roundRect">
            <a:avLst>
              <a:gd name="adj" fmla="val 231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4"/>
          <p:cNvSpPr/>
          <p:nvPr/>
        </p:nvSpPr>
        <p:spPr>
          <a:xfrm>
            <a:off x="799449" y="4843463"/>
            <a:ext cx="18305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41"/>
              </a:lnSpc>
              <a:buNone/>
            </a:pPr>
            <a:r>
              <a:rPr lang="en-US" sz="1243" b="1" spc="-2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Voltar para o MENU</a:t>
            </a:r>
            <a:endParaRPr lang="en-US" sz="1243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28638" y="4819650"/>
            <a:ext cx="285750" cy="285750"/>
          </a:xfrm>
          <a:prstGeom prst="rect">
            <a:avLst/>
          </a:prstGeom>
        </p:spPr>
      </p:pic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33362" y="4824413"/>
            <a:ext cx="233362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3" name="Text 1"/>
          <p:cNvSpPr/>
          <p:nvPr/>
        </p:nvSpPr>
        <p:spPr>
          <a:xfrm>
            <a:off x="554478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1" t="0" b="0"/>
          <a:stretch/>
        </p:blipFill>
        <p:spPr>
          <a:xfrm>
            <a:off x="2480640" y="33051"/>
            <a:ext cx="400664" cy="39199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38" y="0"/>
            <a:ext cx="538981" cy="4576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39025" y="85725"/>
            <a:ext cx="15525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GERENTE</a:t>
            </a:r>
            <a:endParaRPr lang="en-US" sz="1425" dirty="0"/>
          </a:p>
        </p:txBody>
      </p:sp>
      <p:sp>
        <p:nvSpPr>
          <p:cNvPr id="7" name="Text 3"/>
          <p:cNvSpPr/>
          <p:nvPr/>
        </p:nvSpPr>
        <p:spPr>
          <a:xfrm>
            <a:off x="228600" y="742950"/>
            <a:ext cx="8686800" cy="4333875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31671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261937" y="742950"/>
            <a:ext cx="8620125" cy="776288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391025" y="833438"/>
            <a:ext cx="1895475" cy="566738"/>
          </a:xfrm>
          <a:prstGeom prst="roundRect">
            <a:avLst>
              <a:gd name="adj" fmla="val 11294"/>
            </a:avLst>
          </a:prstGeom>
          <a:solidFill>
            <a:srgbClr val="6B0000"/>
          </a:solidFill>
          <a:ln w="9049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ANO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 rot="5400137">
            <a:off x="4476005" y="967543"/>
            <a:ext cx="351944" cy="264716"/>
          </a:xfrm>
          <a:prstGeom prst="triangle">
            <a:avLst/>
          </a:prstGeom>
          <a:solidFill>
            <a:srgbClr val="FFFFFF"/>
          </a:solidFill>
          <a:ln w="31671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415088" y="833438"/>
            <a:ext cx="1895475" cy="566738"/>
          </a:xfrm>
          <a:prstGeom prst="roundRect">
            <a:avLst>
              <a:gd name="adj" fmla="val 11294"/>
            </a:avLst>
          </a:prstGeom>
          <a:solidFill>
            <a:srgbClr val="6B0000"/>
          </a:solidFill>
          <a:ln w="9049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HORÁRIO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 rot="5400137">
            <a:off x="6476255" y="967543"/>
            <a:ext cx="351944" cy="264716"/>
          </a:xfrm>
          <a:prstGeom prst="triangle">
            <a:avLst/>
          </a:prstGeom>
          <a:solidFill>
            <a:srgbClr val="FFFFFF"/>
          </a:solidFill>
          <a:ln w="31671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28613" y="833438"/>
            <a:ext cx="1895475" cy="566738"/>
          </a:xfrm>
          <a:prstGeom prst="roundRect">
            <a:avLst>
              <a:gd name="adj" fmla="val 11294"/>
            </a:avLst>
          </a:prstGeom>
          <a:solidFill>
            <a:srgbClr val="6B0000"/>
          </a:solidFill>
          <a:ln w="9049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DIA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 rot="5400137">
            <a:off x="389780" y="967543"/>
            <a:ext cx="351944" cy="264716"/>
          </a:xfrm>
          <a:prstGeom prst="triangle">
            <a:avLst/>
          </a:prstGeom>
          <a:solidFill>
            <a:srgbClr val="FFFFFF"/>
          </a:solidFill>
          <a:ln w="31671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2347913" y="833438"/>
            <a:ext cx="1895475" cy="566738"/>
          </a:xfrm>
          <a:prstGeom prst="roundRect">
            <a:avLst>
              <a:gd name="adj" fmla="val 11294"/>
            </a:avLst>
          </a:prstGeom>
          <a:solidFill>
            <a:srgbClr val="6B0000"/>
          </a:solidFill>
          <a:ln w="9049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MÊS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 rot="5400137">
            <a:off x="2409080" y="967543"/>
            <a:ext cx="351944" cy="264716"/>
          </a:xfrm>
          <a:prstGeom prst="triangle">
            <a:avLst/>
          </a:prstGeom>
          <a:solidFill>
            <a:srgbClr val="FFFFFF"/>
          </a:solidFill>
          <a:ln w="31671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28600" y="1404938"/>
            <a:ext cx="8686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                    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28600" y="1995487"/>
            <a:ext cx="8686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28600" y="2528888"/>
            <a:ext cx="8686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28600" y="3119438"/>
            <a:ext cx="8686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28600" y="3652838"/>
            <a:ext cx="8686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228600" y="4243388"/>
            <a:ext cx="8686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772150" y="1624013"/>
            <a:ext cx="31194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PLACA DO VEÍCULO:  ABC1D34</a:t>
            </a:r>
            <a:endParaRPr lang="en-US" sz="1425" dirty="0"/>
          </a:p>
        </p:txBody>
      </p:sp>
      <p:sp>
        <p:nvSpPr>
          <p:cNvPr id="24" name="Text 20"/>
          <p:cNvSpPr/>
          <p:nvPr/>
        </p:nvSpPr>
        <p:spPr>
          <a:xfrm>
            <a:off x="5767388" y="2171700"/>
            <a:ext cx="31194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PLACA DO VEÍCULO:  BEA6C79</a:t>
            </a:r>
            <a:endParaRPr lang="en-US" sz="1425" dirty="0"/>
          </a:p>
        </p:txBody>
      </p:sp>
      <p:sp>
        <p:nvSpPr>
          <p:cNvPr id="25" name="Text 21"/>
          <p:cNvSpPr/>
          <p:nvPr/>
        </p:nvSpPr>
        <p:spPr>
          <a:xfrm>
            <a:off x="5767388" y="2752725"/>
            <a:ext cx="31194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PLACA DO VEÍCULO:  ILV1J34</a:t>
            </a:r>
            <a:endParaRPr lang="en-US" sz="1425" dirty="0"/>
          </a:p>
        </p:txBody>
      </p:sp>
      <p:sp>
        <p:nvSpPr>
          <p:cNvPr id="26" name="Text 22"/>
          <p:cNvSpPr/>
          <p:nvPr/>
        </p:nvSpPr>
        <p:spPr>
          <a:xfrm>
            <a:off x="5767388" y="3271838"/>
            <a:ext cx="31194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PLACA DO VEÍCULO:  IDOC134</a:t>
            </a:r>
            <a:endParaRPr lang="en-US" sz="1425" dirty="0"/>
          </a:p>
        </p:txBody>
      </p:sp>
      <p:sp>
        <p:nvSpPr>
          <p:cNvPr id="27" name="Text 23"/>
          <p:cNvSpPr/>
          <p:nvPr/>
        </p:nvSpPr>
        <p:spPr>
          <a:xfrm>
            <a:off x="5767388" y="3833812"/>
            <a:ext cx="31194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PLACA DO VEÍCULO:  YAN2G89</a:t>
            </a:r>
            <a:endParaRPr lang="en-US" sz="1425" dirty="0"/>
          </a:p>
        </p:txBody>
      </p:sp>
      <p:sp>
        <p:nvSpPr>
          <p:cNvPr id="28" name="Text 24"/>
          <p:cNvSpPr/>
          <p:nvPr/>
        </p:nvSpPr>
        <p:spPr>
          <a:xfrm>
            <a:off x="5767388" y="4395788"/>
            <a:ext cx="31194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PLACA DO VEÍCULO:  AID1S67</a:t>
            </a:r>
            <a:endParaRPr lang="en-US" sz="1425" dirty="0"/>
          </a:p>
        </p:txBody>
      </p:sp>
      <p:sp>
        <p:nvSpPr>
          <p:cNvPr id="29" name="Text 25"/>
          <p:cNvSpPr/>
          <p:nvPr/>
        </p:nvSpPr>
        <p:spPr>
          <a:xfrm>
            <a:off x="338138" y="1624013"/>
            <a:ext cx="54435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CLIENTE:  Gabriel de Almeida RIbeiro Souza</a:t>
            </a:r>
            <a:endParaRPr lang="en-US" sz="1425" dirty="0"/>
          </a:p>
        </p:txBody>
      </p:sp>
      <p:sp>
        <p:nvSpPr>
          <p:cNvPr id="30" name="Text 26"/>
          <p:cNvSpPr/>
          <p:nvPr/>
        </p:nvSpPr>
        <p:spPr>
          <a:xfrm>
            <a:off x="338138" y="2166938"/>
            <a:ext cx="54435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CLIENTE:  Hartur Vinicius</a:t>
            </a:r>
            <a:endParaRPr lang="en-US" sz="1425" dirty="0"/>
          </a:p>
        </p:txBody>
      </p:sp>
      <p:sp>
        <p:nvSpPr>
          <p:cNvPr id="31" name="Text 27"/>
          <p:cNvSpPr/>
          <p:nvPr/>
        </p:nvSpPr>
        <p:spPr>
          <a:xfrm>
            <a:off x="342900" y="2724150"/>
            <a:ext cx="54435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CLIENTE:  Jéssica Araújo</a:t>
            </a:r>
            <a:endParaRPr lang="en-US" sz="1425" dirty="0"/>
          </a:p>
        </p:txBody>
      </p:sp>
      <p:sp>
        <p:nvSpPr>
          <p:cNvPr id="32" name="Text 28"/>
          <p:cNvSpPr/>
          <p:nvPr/>
        </p:nvSpPr>
        <p:spPr>
          <a:xfrm>
            <a:off x="342900" y="3290888"/>
            <a:ext cx="54435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CLIENTE:  Júlia Ximenes</a:t>
            </a:r>
            <a:endParaRPr lang="en-US" sz="1425" dirty="0"/>
          </a:p>
        </p:txBody>
      </p:sp>
      <p:sp>
        <p:nvSpPr>
          <p:cNvPr id="33" name="Text 29"/>
          <p:cNvSpPr/>
          <p:nvPr/>
        </p:nvSpPr>
        <p:spPr>
          <a:xfrm>
            <a:off x="328613" y="3876675"/>
            <a:ext cx="54435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CLIENTE:  Lucas de Oliveira</a:t>
            </a:r>
            <a:endParaRPr lang="en-US" sz="1425" dirty="0"/>
          </a:p>
        </p:txBody>
      </p:sp>
      <p:sp>
        <p:nvSpPr>
          <p:cNvPr id="34" name="Text 30"/>
          <p:cNvSpPr/>
          <p:nvPr/>
        </p:nvSpPr>
        <p:spPr>
          <a:xfrm>
            <a:off x="328613" y="4438650"/>
            <a:ext cx="54435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CLIENTE:  João Lucas Jottax</a:t>
            </a:r>
            <a:endParaRPr lang="en-US" sz="1425" dirty="0"/>
          </a:p>
        </p:txBody>
      </p:sp>
      <p:sp>
        <p:nvSpPr>
          <p:cNvPr id="35" name="Text 31"/>
          <p:cNvSpPr/>
          <p:nvPr/>
        </p:nvSpPr>
        <p:spPr>
          <a:xfrm>
            <a:off x="8367712" y="847725"/>
            <a:ext cx="504825" cy="528638"/>
          </a:xfrm>
          <a:prstGeom prst="rect">
            <a:avLst/>
          </a:prstGeom>
          <a:solidFill>
            <a:srgbClr val="6B0000"/>
          </a:solidFill>
          <a:ln w="9049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29625" y="909638"/>
            <a:ext cx="371475" cy="390525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3776662" y="71438"/>
            <a:ext cx="1995487" cy="595313"/>
          </a:xfrm>
          <a:prstGeom prst="roundRect">
            <a:avLst>
              <a:gd name="adj" fmla="val 10752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3829050" y="171450"/>
            <a:ext cx="188595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2"/>
              </a:lnSpc>
              <a:buNone/>
            </a:pPr>
            <a:r>
              <a:rPr lang="en-US" sz="2138" b="1" spc="-43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Registros</a:t>
            </a:r>
            <a:endParaRPr lang="en-US" sz="2138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6662" y="71438"/>
            <a:ext cx="1995487" cy="595313"/>
          </a:xfrm>
          <a:prstGeom prst="roundRect">
            <a:avLst>
              <a:gd name="adj" fmla="val 10752"/>
            </a:avLst>
          </a:prstGeom>
          <a:solidFill>
            <a:srgbClr val="000000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29050" y="171450"/>
            <a:ext cx="188595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2"/>
              </a:lnSpc>
              <a:buNone/>
            </a:pPr>
            <a:r>
              <a:rPr lang="en-US" sz="2138" b="1" spc="-43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Registros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5" name="Text 3"/>
          <p:cNvSpPr/>
          <p:nvPr/>
        </p:nvSpPr>
        <p:spPr>
          <a:xfrm>
            <a:off x="554478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1" t="0" b="0"/>
          <a:stretch/>
        </p:blipFill>
        <p:spPr>
          <a:xfrm>
            <a:off x="2480640" y="33051"/>
            <a:ext cx="400664" cy="39199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38" y="0"/>
            <a:ext cx="538981" cy="4576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39025" y="85725"/>
            <a:ext cx="15525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GERENTE</a:t>
            </a:r>
            <a:endParaRPr lang="en-US" sz="1425" dirty="0"/>
          </a:p>
        </p:txBody>
      </p:sp>
      <p:sp>
        <p:nvSpPr>
          <p:cNvPr id="9" name="Text 5"/>
          <p:cNvSpPr/>
          <p:nvPr/>
        </p:nvSpPr>
        <p:spPr>
          <a:xfrm>
            <a:off x="228600" y="742950"/>
            <a:ext cx="8686800" cy="4333875"/>
          </a:xfrm>
          <a:prstGeom prst="roundRect">
            <a:avLst>
              <a:gd name="adj" fmla="val 1477"/>
            </a:avLst>
          </a:prstGeom>
          <a:solidFill>
            <a:srgbClr val="FFFFFF">
              <a:alpha val="50000"/>
            </a:srgbClr>
          </a:solidFill>
          <a:ln w="31671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261937" y="742950"/>
            <a:ext cx="8620125" cy="776288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391025" y="833438"/>
            <a:ext cx="1895475" cy="566738"/>
          </a:xfrm>
          <a:prstGeom prst="roundRect">
            <a:avLst>
              <a:gd name="adj" fmla="val 11294"/>
            </a:avLst>
          </a:prstGeom>
          <a:solidFill>
            <a:srgbClr val="6B0000">
              <a:alpha val="50000"/>
            </a:srgbClr>
          </a:solidFill>
          <a:ln w="9049">
            <a:solidFill>
              <a:srgbClr val="FFFFFF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ANO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 rot="5400137">
            <a:off x="4476005" y="967543"/>
            <a:ext cx="351944" cy="264716"/>
          </a:xfrm>
          <a:prstGeom prst="triangle">
            <a:avLst/>
          </a:prstGeom>
          <a:solidFill>
            <a:srgbClr val="FFFFFF">
              <a:alpha val="50000"/>
            </a:srgbClr>
          </a:solidFill>
          <a:ln w="31671">
            <a:solidFill>
              <a:srgbClr val="FFFFFF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415088" y="833438"/>
            <a:ext cx="1895475" cy="566738"/>
          </a:xfrm>
          <a:prstGeom prst="roundRect">
            <a:avLst>
              <a:gd name="adj" fmla="val 11294"/>
            </a:avLst>
          </a:prstGeom>
          <a:solidFill>
            <a:srgbClr val="6B0000">
              <a:alpha val="50000"/>
            </a:srgbClr>
          </a:solidFill>
          <a:ln w="9049">
            <a:solidFill>
              <a:srgbClr val="FFFFFF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HORÁRIO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 rot="5400137">
            <a:off x="6476255" y="967543"/>
            <a:ext cx="351944" cy="264716"/>
          </a:xfrm>
          <a:prstGeom prst="triangle">
            <a:avLst/>
          </a:prstGeom>
          <a:solidFill>
            <a:srgbClr val="FFFFFF">
              <a:alpha val="50000"/>
            </a:srgbClr>
          </a:solidFill>
          <a:ln w="31671">
            <a:solidFill>
              <a:srgbClr val="FFFFFF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28613" y="833438"/>
            <a:ext cx="1895475" cy="566738"/>
          </a:xfrm>
          <a:prstGeom prst="roundRect">
            <a:avLst>
              <a:gd name="adj" fmla="val 11294"/>
            </a:avLst>
          </a:prstGeom>
          <a:solidFill>
            <a:srgbClr val="6B0000">
              <a:alpha val="50000"/>
            </a:srgbClr>
          </a:solidFill>
          <a:ln w="9049">
            <a:solidFill>
              <a:srgbClr val="FFFFFF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DIA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 rot="5400137">
            <a:off x="389780" y="967543"/>
            <a:ext cx="351944" cy="264716"/>
          </a:xfrm>
          <a:prstGeom prst="triangle">
            <a:avLst/>
          </a:prstGeom>
          <a:solidFill>
            <a:srgbClr val="FFFFFF">
              <a:alpha val="50000"/>
            </a:srgbClr>
          </a:solidFill>
          <a:ln w="31671">
            <a:solidFill>
              <a:srgbClr val="FFFFFF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347913" y="833438"/>
            <a:ext cx="1895475" cy="566738"/>
          </a:xfrm>
          <a:prstGeom prst="roundRect">
            <a:avLst>
              <a:gd name="adj" fmla="val 11294"/>
            </a:avLst>
          </a:prstGeom>
          <a:solidFill>
            <a:srgbClr val="6B0000">
              <a:alpha val="50000"/>
            </a:srgbClr>
          </a:solidFill>
          <a:ln w="9049">
            <a:solidFill>
              <a:srgbClr val="FFFFFF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MÊS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 rot="5400137">
            <a:off x="2409080" y="967543"/>
            <a:ext cx="351944" cy="264716"/>
          </a:xfrm>
          <a:prstGeom prst="triangle">
            <a:avLst/>
          </a:prstGeom>
          <a:solidFill>
            <a:srgbClr val="FFFFFF">
              <a:alpha val="50000"/>
            </a:srgbClr>
          </a:solidFill>
          <a:ln w="31671">
            <a:solidFill>
              <a:srgbClr val="FFFFFF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28600" y="1404938"/>
            <a:ext cx="8686800" cy="609600"/>
          </a:xfrm>
          <a:prstGeom prst="rect">
            <a:avLst/>
          </a:prstGeom>
          <a:solidFill>
            <a:srgbClr val="000000">
              <a:alpha val="50000"/>
            </a:srgbClr>
          </a:solidFill>
          <a:ln w="45244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                    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28600" y="1995487"/>
            <a:ext cx="8686800" cy="609600"/>
          </a:xfrm>
          <a:prstGeom prst="rect">
            <a:avLst/>
          </a:prstGeom>
          <a:solidFill>
            <a:srgbClr val="000000">
              <a:alpha val="50000"/>
            </a:srgbClr>
          </a:solidFill>
          <a:ln w="45244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28600" y="2528888"/>
            <a:ext cx="8686800" cy="609600"/>
          </a:xfrm>
          <a:prstGeom prst="rect">
            <a:avLst/>
          </a:prstGeom>
          <a:solidFill>
            <a:srgbClr val="000000">
              <a:alpha val="50000"/>
            </a:srgbClr>
          </a:solidFill>
          <a:ln w="45244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228600" y="3119438"/>
            <a:ext cx="8686800" cy="609600"/>
          </a:xfrm>
          <a:prstGeom prst="rect">
            <a:avLst/>
          </a:prstGeom>
          <a:solidFill>
            <a:srgbClr val="000000">
              <a:alpha val="50000"/>
            </a:srgbClr>
          </a:solidFill>
          <a:ln w="45244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228600" y="3652838"/>
            <a:ext cx="8686800" cy="609600"/>
          </a:xfrm>
          <a:prstGeom prst="rect">
            <a:avLst/>
          </a:prstGeom>
          <a:solidFill>
            <a:srgbClr val="000000">
              <a:alpha val="50000"/>
            </a:srgbClr>
          </a:solidFill>
          <a:ln w="45244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228600" y="4243388"/>
            <a:ext cx="8686800" cy="609600"/>
          </a:xfrm>
          <a:prstGeom prst="rect">
            <a:avLst/>
          </a:prstGeom>
          <a:solidFill>
            <a:srgbClr val="000000">
              <a:alpha val="50000"/>
            </a:srgbClr>
          </a:solidFill>
          <a:ln w="45244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772150" y="1624013"/>
            <a:ext cx="31194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PLACA DO VEÍCULO:  ABC1D34</a:t>
            </a:r>
            <a:endParaRPr lang="en-US" sz="1425" dirty="0"/>
          </a:p>
        </p:txBody>
      </p:sp>
      <p:sp>
        <p:nvSpPr>
          <p:cNvPr id="26" name="Text 22"/>
          <p:cNvSpPr/>
          <p:nvPr/>
        </p:nvSpPr>
        <p:spPr>
          <a:xfrm>
            <a:off x="5767388" y="2171700"/>
            <a:ext cx="31194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PLACA DO VEÍCULO:  BEA6C79</a:t>
            </a:r>
            <a:endParaRPr lang="en-US" sz="1425" dirty="0"/>
          </a:p>
        </p:txBody>
      </p:sp>
      <p:sp>
        <p:nvSpPr>
          <p:cNvPr id="27" name="Text 23"/>
          <p:cNvSpPr/>
          <p:nvPr/>
        </p:nvSpPr>
        <p:spPr>
          <a:xfrm>
            <a:off x="5767388" y="2752725"/>
            <a:ext cx="31194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PLACA DO VEÍCULO:  ILV1J34</a:t>
            </a:r>
            <a:endParaRPr lang="en-US" sz="1425" dirty="0"/>
          </a:p>
        </p:txBody>
      </p:sp>
      <p:sp>
        <p:nvSpPr>
          <p:cNvPr id="28" name="Text 24"/>
          <p:cNvSpPr/>
          <p:nvPr/>
        </p:nvSpPr>
        <p:spPr>
          <a:xfrm>
            <a:off x="5767388" y="3271838"/>
            <a:ext cx="31194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PLACA DO VEÍCULO:  DCA1P34</a:t>
            </a:r>
            <a:endParaRPr lang="en-US" sz="1425" dirty="0"/>
          </a:p>
        </p:txBody>
      </p:sp>
      <p:sp>
        <p:nvSpPr>
          <p:cNvPr id="29" name="Text 25"/>
          <p:cNvSpPr/>
          <p:nvPr/>
        </p:nvSpPr>
        <p:spPr>
          <a:xfrm>
            <a:off x="5767388" y="3833812"/>
            <a:ext cx="31194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PLACA DO VEÍCULO:  YAN2G89</a:t>
            </a:r>
            <a:endParaRPr lang="en-US" sz="1425" dirty="0"/>
          </a:p>
        </p:txBody>
      </p:sp>
      <p:sp>
        <p:nvSpPr>
          <p:cNvPr id="30" name="Text 26"/>
          <p:cNvSpPr/>
          <p:nvPr/>
        </p:nvSpPr>
        <p:spPr>
          <a:xfrm>
            <a:off x="5767388" y="4395788"/>
            <a:ext cx="31194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PLACA DO VEÍCULO:  AID1S67</a:t>
            </a:r>
            <a:endParaRPr lang="en-US" sz="1425" dirty="0"/>
          </a:p>
        </p:txBody>
      </p:sp>
      <p:sp>
        <p:nvSpPr>
          <p:cNvPr id="31" name="Text 27"/>
          <p:cNvSpPr/>
          <p:nvPr/>
        </p:nvSpPr>
        <p:spPr>
          <a:xfrm>
            <a:off x="338138" y="1624013"/>
            <a:ext cx="54435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CLIENTE:  Gabriel de Almeida RIbeiro Souza</a:t>
            </a:r>
            <a:endParaRPr lang="en-US" sz="1425" dirty="0"/>
          </a:p>
        </p:txBody>
      </p:sp>
      <p:sp>
        <p:nvSpPr>
          <p:cNvPr id="32" name="Text 28"/>
          <p:cNvSpPr/>
          <p:nvPr/>
        </p:nvSpPr>
        <p:spPr>
          <a:xfrm>
            <a:off x="338138" y="2166938"/>
            <a:ext cx="54435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CLIENTE:  Hartur Vinicius</a:t>
            </a:r>
            <a:endParaRPr lang="en-US" sz="1425" dirty="0"/>
          </a:p>
        </p:txBody>
      </p:sp>
      <p:sp>
        <p:nvSpPr>
          <p:cNvPr id="33" name="Text 29"/>
          <p:cNvSpPr/>
          <p:nvPr/>
        </p:nvSpPr>
        <p:spPr>
          <a:xfrm>
            <a:off x="342900" y="2724150"/>
            <a:ext cx="54435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CLIENTE:  Jéssica Araújo</a:t>
            </a:r>
            <a:endParaRPr lang="en-US" sz="1425" dirty="0"/>
          </a:p>
        </p:txBody>
      </p:sp>
      <p:sp>
        <p:nvSpPr>
          <p:cNvPr id="34" name="Text 30"/>
          <p:cNvSpPr/>
          <p:nvPr/>
        </p:nvSpPr>
        <p:spPr>
          <a:xfrm>
            <a:off x="342900" y="3290888"/>
            <a:ext cx="54435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CLIENTE:  Júlia Ximenes</a:t>
            </a:r>
            <a:endParaRPr lang="en-US" sz="1425" dirty="0"/>
          </a:p>
        </p:txBody>
      </p:sp>
      <p:sp>
        <p:nvSpPr>
          <p:cNvPr id="35" name="Text 31"/>
          <p:cNvSpPr/>
          <p:nvPr/>
        </p:nvSpPr>
        <p:spPr>
          <a:xfrm>
            <a:off x="328613" y="3876675"/>
            <a:ext cx="54435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CLIENTE:  Lucas de Oliveira</a:t>
            </a:r>
            <a:endParaRPr lang="en-US" sz="1425" dirty="0"/>
          </a:p>
        </p:txBody>
      </p:sp>
      <p:sp>
        <p:nvSpPr>
          <p:cNvPr id="36" name="Text 32"/>
          <p:cNvSpPr/>
          <p:nvPr/>
        </p:nvSpPr>
        <p:spPr>
          <a:xfrm>
            <a:off x="328613" y="4438650"/>
            <a:ext cx="54435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CLIENTE:  João Lucas Jottax</a:t>
            </a:r>
            <a:endParaRPr lang="en-US" sz="1425" dirty="0"/>
          </a:p>
        </p:txBody>
      </p:sp>
      <p:sp>
        <p:nvSpPr>
          <p:cNvPr id="37" name="Text 33"/>
          <p:cNvSpPr/>
          <p:nvPr/>
        </p:nvSpPr>
        <p:spPr>
          <a:xfrm>
            <a:off x="8367712" y="847725"/>
            <a:ext cx="504825" cy="528638"/>
          </a:xfrm>
          <a:prstGeom prst="rect">
            <a:avLst/>
          </a:prstGeom>
          <a:solidFill>
            <a:srgbClr val="6B0000">
              <a:alpha val="50000"/>
            </a:srgbClr>
          </a:solidFill>
          <a:ln w="9049">
            <a:solidFill>
              <a:srgbClr val="FFFFFF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29625" y="909638"/>
            <a:ext cx="371475" cy="390525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904875" y="176213"/>
            <a:ext cx="7405688" cy="4705350"/>
          </a:xfrm>
          <a:prstGeom prst="roundRect">
            <a:avLst>
              <a:gd name="adj" fmla="val 1360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2062163" y="661988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</a:t>
            </a:r>
            <a:endParaRPr lang="en-US" sz="1283" dirty="0"/>
          </a:p>
        </p:txBody>
      </p:sp>
      <p:sp>
        <p:nvSpPr>
          <p:cNvPr id="41" name="Text 36"/>
          <p:cNvSpPr/>
          <p:nvPr/>
        </p:nvSpPr>
        <p:spPr>
          <a:xfrm>
            <a:off x="2066925" y="890588"/>
            <a:ext cx="4195763" cy="995363"/>
          </a:xfrm>
          <a:prstGeom prst="rect">
            <a:avLst/>
          </a:prstGeom>
          <a:solidFill>
            <a:srgbClr val="DE7D02">
              <a:alpha val="0"/>
            </a:srgbClr>
          </a:solidFill>
          <a:ln w="22622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Gabriel de Almeida RIbeiro Souza  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Código: 12345       Telefone: 11 94453-2440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RG: xxxxx-X             CNH: yyyyyyY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7405688" y="2005013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VEÍCULO:</a:t>
            </a:r>
            <a:endParaRPr lang="en-US" sz="1283" dirty="0"/>
          </a:p>
        </p:txBody>
      </p:sp>
      <p:sp>
        <p:nvSpPr>
          <p:cNvPr id="43" name="Text 38"/>
          <p:cNvSpPr/>
          <p:nvPr/>
        </p:nvSpPr>
        <p:spPr>
          <a:xfrm>
            <a:off x="3214688" y="2224088"/>
            <a:ext cx="4962525" cy="323850"/>
          </a:xfrm>
          <a:prstGeom prst="rect">
            <a:avLst/>
          </a:prstGeom>
          <a:solidFill>
            <a:srgbClr val="DE7D02">
              <a:alpha val="0"/>
            </a:srgbClr>
          </a:solidFill>
          <a:ln w="22622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Mitsubishi Gallant 2000, cinza, Placa: ABC1D34</a:t>
            </a:r>
            <a:endParaRPr lang="en-US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24625" y="800100"/>
            <a:ext cx="1671638" cy="1090613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77263" y="6915150"/>
          <a:ext cx="1828800" cy="8382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</a:tblGrid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" name="Text 39"/>
          <p:cNvSpPr/>
          <p:nvPr/>
        </p:nvSpPr>
        <p:spPr>
          <a:xfrm>
            <a:off x="8001000" y="171450"/>
            <a:ext cx="309563" cy="300038"/>
          </a:xfrm>
          <a:prstGeom prst="rect">
            <a:avLst/>
          </a:prstGeom>
          <a:solidFill>
            <a:srgbClr val="FF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X</a:t>
            </a:r>
            <a:endParaRPr lang="en-US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2025" y="681038"/>
            <a:ext cx="1076325" cy="1209675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1381125" y="2771775"/>
            <a:ext cx="800100" cy="280988"/>
          </a:xfrm>
          <a:prstGeom prst="rect">
            <a:avLst/>
          </a:prstGeom>
          <a:solidFill>
            <a:srgbClr val="6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1"/>
          <p:cNvSpPr/>
          <p:nvPr/>
        </p:nvSpPr>
        <p:spPr>
          <a:xfrm>
            <a:off x="1357313" y="2747963"/>
            <a:ext cx="6315075" cy="323850"/>
          </a:xfrm>
          <a:prstGeom prst="rect">
            <a:avLst/>
          </a:prstGeom>
          <a:solidFill>
            <a:srgbClr val="DE7D02">
              <a:alpha val="0"/>
            </a:srgbClr>
          </a:solidFill>
          <a:ln w="22622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Domingo:  Entrada: 12:00 e Saída: 17:00 do mesmo dia.   VAGA F7</a:t>
            </a:r>
            <a:endParaRPr lang="en-US" dirty="0"/>
          </a:p>
        </p:txBody>
      </p:sp>
      <p:sp>
        <p:nvSpPr>
          <p:cNvPr id="50" name="Text 42"/>
          <p:cNvSpPr/>
          <p:nvPr/>
        </p:nvSpPr>
        <p:spPr>
          <a:xfrm>
            <a:off x="1381125" y="3071813"/>
            <a:ext cx="800100" cy="280988"/>
          </a:xfrm>
          <a:prstGeom prst="rect">
            <a:avLst/>
          </a:prstGeom>
          <a:solidFill>
            <a:srgbClr val="6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3"/>
          <p:cNvSpPr/>
          <p:nvPr/>
        </p:nvSpPr>
        <p:spPr>
          <a:xfrm>
            <a:off x="1381125" y="3371850"/>
            <a:ext cx="800100" cy="280988"/>
          </a:xfrm>
          <a:prstGeom prst="rect">
            <a:avLst/>
          </a:prstGeom>
          <a:solidFill>
            <a:srgbClr val="6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4"/>
          <p:cNvSpPr/>
          <p:nvPr/>
        </p:nvSpPr>
        <p:spPr>
          <a:xfrm>
            <a:off x="1381125" y="3676650"/>
            <a:ext cx="800100" cy="280988"/>
          </a:xfrm>
          <a:prstGeom prst="rect">
            <a:avLst/>
          </a:prstGeom>
          <a:solidFill>
            <a:srgbClr val="6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5"/>
          <p:cNvSpPr/>
          <p:nvPr/>
        </p:nvSpPr>
        <p:spPr>
          <a:xfrm>
            <a:off x="1381125" y="3981450"/>
            <a:ext cx="800100" cy="280988"/>
          </a:xfrm>
          <a:prstGeom prst="rect">
            <a:avLst/>
          </a:prstGeom>
          <a:solidFill>
            <a:srgbClr val="6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6"/>
          <p:cNvSpPr/>
          <p:nvPr/>
        </p:nvSpPr>
        <p:spPr>
          <a:xfrm>
            <a:off x="1381125" y="4281488"/>
            <a:ext cx="800100" cy="280988"/>
          </a:xfrm>
          <a:prstGeom prst="rect">
            <a:avLst/>
          </a:prstGeom>
          <a:solidFill>
            <a:srgbClr val="6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7"/>
          <p:cNvSpPr/>
          <p:nvPr/>
        </p:nvSpPr>
        <p:spPr>
          <a:xfrm>
            <a:off x="1381125" y="4581525"/>
            <a:ext cx="800100" cy="280988"/>
          </a:xfrm>
          <a:prstGeom prst="rect">
            <a:avLst/>
          </a:prstGeom>
          <a:solidFill>
            <a:srgbClr val="6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8"/>
          <p:cNvSpPr/>
          <p:nvPr/>
        </p:nvSpPr>
        <p:spPr>
          <a:xfrm>
            <a:off x="1357313" y="3048000"/>
            <a:ext cx="6315075" cy="323850"/>
          </a:xfrm>
          <a:prstGeom prst="rect">
            <a:avLst/>
          </a:prstGeom>
          <a:solidFill>
            <a:srgbClr val="DE7D02">
              <a:alpha val="0"/>
            </a:srgbClr>
          </a:solidFill>
          <a:ln w="22622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Segunda:  Entrada: 12:00 e Saída: 17:00 do mesmo dia.   VAGA F7</a:t>
            </a: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1357313" y="3348038"/>
            <a:ext cx="6315075" cy="323850"/>
          </a:xfrm>
          <a:prstGeom prst="rect">
            <a:avLst/>
          </a:prstGeom>
          <a:solidFill>
            <a:srgbClr val="DE7D02">
              <a:alpha val="0"/>
            </a:srgbClr>
          </a:solidFill>
          <a:ln w="22622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Terça:         Entrada: 12:00 e Saída: 17:00 do mesmo dia.    VAGA F7</a:t>
            </a:r>
            <a:endParaRPr lang="en-US" dirty="0"/>
          </a:p>
        </p:txBody>
      </p:sp>
      <p:sp>
        <p:nvSpPr>
          <p:cNvPr id="58" name="Text 50"/>
          <p:cNvSpPr/>
          <p:nvPr/>
        </p:nvSpPr>
        <p:spPr>
          <a:xfrm>
            <a:off x="1357313" y="3652838"/>
            <a:ext cx="6315075" cy="323850"/>
          </a:xfrm>
          <a:prstGeom prst="rect">
            <a:avLst/>
          </a:prstGeom>
          <a:solidFill>
            <a:srgbClr val="DE7D02">
              <a:alpha val="0"/>
            </a:srgbClr>
          </a:solidFill>
          <a:ln w="22622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Quarta:      Entrada: 12:00 e Saída: 17:00 do mesmo dia.    VAGA F7</a:t>
            </a:r>
            <a:endParaRPr lang="en-US" dirty="0"/>
          </a:p>
        </p:txBody>
      </p:sp>
      <p:sp>
        <p:nvSpPr>
          <p:cNvPr id="59" name="Text 51"/>
          <p:cNvSpPr/>
          <p:nvPr/>
        </p:nvSpPr>
        <p:spPr>
          <a:xfrm>
            <a:off x="1357313" y="3957638"/>
            <a:ext cx="6315075" cy="323850"/>
          </a:xfrm>
          <a:prstGeom prst="rect">
            <a:avLst/>
          </a:prstGeom>
          <a:solidFill>
            <a:srgbClr val="DE7D02">
              <a:alpha val="0"/>
            </a:srgbClr>
          </a:solidFill>
          <a:ln w="22622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Quinta:       Entrada: 12:00 e Saída: 17:00 do mesmo dia.    VAGA F7</a:t>
            </a:r>
            <a:endParaRPr lang="en-US" dirty="0"/>
          </a:p>
        </p:txBody>
      </p:sp>
      <p:sp>
        <p:nvSpPr>
          <p:cNvPr id="60" name="Text 52"/>
          <p:cNvSpPr/>
          <p:nvPr/>
        </p:nvSpPr>
        <p:spPr>
          <a:xfrm>
            <a:off x="1357313" y="4257675"/>
            <a:ext cx="6315075" cy="323850"/>
          </a:xfrm>
          <a:prstGeom prst="rect">
            <a:avLst/>
          </a:prstGeom>
          <a:solidFill>
            <a:srgbClr val="DE7D02">
              <a:alpha val="0"/>
            </a:srgbClr>
          </a:solidFill>
          <a:ln w="22622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Sexta:         Entrada: 12:00 e Saída: 17:00 do mesmo dia.    VAGA F7</a:t>
            </a:r>
            <a:endParaRPr lang="en-US" dirty="0"/>
          </a:p>
        </p:txBody>
      </p:sp>
      <p:sp>
        <p:nvSpPr>
          <p:cNvPr id="61" name="Text 53"/>
          <p:cNvSpPr/>
          <p:nvPr/>
        </p:nvSpPr>
        <p:spPr>
          <a:xfrm>
            <a:off x="1357313" y="4562475"/>
            <a:ext cx="6315075" cy="323850"/>
          </a:xfrm>
          <a:prstGeom prst="rect">
            <a:avLst/>
          </a:prstGeom>
          <a:solidFill>
            <a:srgbClr val="DE7D02">
              <a:alpha val="0"/>
            </a:srgbClr>
          </a:solidFill>
          <a:ln w="22622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Sábado:     Entrada: 12:00 e Saída: 17:00 do mesmo dia.    VAGA F7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3" name="Text 1"/>
          <p:cNvSpPr/>
          <p:nvPr/>
        </p:nvSpPr>
        <p:spPr>
          <a:xfrm>
            <a:off x="2643188" y="2266950"/>
            <a:ext cx="563580" cy="560263"/>
          </a:xfrm>
          <a:prstGeom prst="rect">
            <a:avLst/>
          </a:prstGeom>
          <a:solidFill>
            <a:srgbClr val="198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4478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1" t="0" b="0"/>
          <a:stretch/>
        </p:blipFill>
        <p:spPr>
          <a:xfrm>
            <a:off x="2480640" y="33051"/>
            <a:ext cx="400664" cy="39199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38" y="0"/>
            <a:ext cx="538981" cy="4576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9025" y="85725"/>
            <a:ext cx="15525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GERENTE</a:t>
            </a:r>
            <a:endParaRPr lang="en-US" sz="1425" dirty="0"/>
          </a:p>
        </p:txBody>
      </p:sp>
      <p:sp>
        <p:nvSpPr>
          <p:cNvPr id="8" name="Text 4"/>
          <p:cNvSpPr/>
          <p:nvPr/>
        </p:nvSpPr>
        <p:spPr>
          <a:xfrm>
            <a:off x="3776662" y="71438"/>
            <a:ext cx="1995487" cy="595313"/>
          </a:xfrm>
          <a:prstGeom prst="roundRect">
            <a:avLst>
              <a:gd name="adj" fmla="val 10752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3829050" y="171450"/>
            <a:ext cx="188595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86"/>
              </a:lnSpc>
              <a:buNone/>
            </a:pPr>
            <a:r>
              <a:rPr lang="en-US" sz="1959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Estatísticas</a:t>
            </a:r>
            <a:endParaRPr lang="en-US" sz="1959" dirty="0"/>
          </a:p>
        </p:txBody>
      </p:sp>
      <p:sp>
        <p:nvSpPr>
          <p:cNvPr id="10" name="Text 6"/>
          <p:cNvSpPr/>
          <p:nvPr/>
        </p:nvSpPr>
        <p:spPr>
          <a:xfrm>
            <a:off x="0" y="728663"/>
            <a:ext cx="9144000" cy="4471988"/>
          </a:xfrm>
          <a:prstGeom prst="rect">
            <a:avLst/>
          </a:prstGeom>
          <a:solidFill>
            <a:srgbClr val="FFFFFF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2838450" y="747713"/>
            <a:ext cx="1724025" cy="409575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Vaga:         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7625" y="738188"/>
            <a:ext cx="2433638" cy="409575"/>
          </a:xfrm>
          <a:prstGeom prst="rect">
            <a:avLst/>
          </a:prstGeom>
          <a:solidFill>
            <a:srgbClr val="47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Selecionar VAGA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 rot="-10784534">
            <a:off x="114704" y="853139"/>
            <a:ext cx="290036" cy="180963"/>
          </a:xfrm>
          <a:prstGeom prst="triangle">
            <a:avLst/>
          </a:prstGeom>
          <a:solidFill>
            <a:srgbClr val="FFFFFF"/>
          </a:solidFill>
          <a:ln w="31671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1924050" y="1395413"/>
            <a:ext cx="5295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92"/>
              </a:lnSpc>
              <a:buNone/>
            </a:pPr>
            <a:r>
              <a:rPr lang="en-US" sz="2494" b="1" spc="-50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Uso das vagas neste mês: </a:t>
            </a:r>
            <a:endParaRPr lang="en-US" sz="2494" dirty="0"/>
          </a:p>
        </p:txBody>
      </p:sp>
      <p:sp>
        <p:nvSpPr>
          <p:cNvPr id="15" name="Text 11"/>
          <p:cNvSpPr/>
          <p:nvPr/>
        </p:nvSpPr>
        <p:spPr>
          <a:xfrm>
            <a:off x="1090613" y="1895475"/>
            <a:ext cx="3338810" cy="2009775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441935" y="3430312"/>
            <a:ext cx="243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</a:t>
            </a:r>
            <a:endParaRPr lang="en-US" sz="1283" dirty="0"/>
          </a:p>
        </p:txBody>
      </p:sp>
      <p:sp>
        <p:nvSpPr>
          <p:cNvPr id="17" name="Text 13"/>
          <p:cNvSpPr/>
          <p:nvPr/>
        </p:nvSpPr>
        <p:spPr>
          <a:xfrm>
            <a:off x="3002477" y="3444278"/>
            <a:ext cx="248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A4</a:t>
            </a:r>
            <a:endParaRPr lang="en-US" sz="1283" dirty="0"/>
          </a:p>
        </p:txBody>
      </p:sp>
      <p:sp>
        <p:nvSpPr>
          <p:cNvPr id="18" name="Text 14"/>
          <p:cNvSpPr/>
          <p:nvPr/>
        </p:nvSpPr>
        <p:spPr>
          <a:xfrm>
            <a:off x="3524008" y="3453588"/>
            <a:ext cx="243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A5</a:t>
            </a:r>
            <a:endParaRPr lang="en-US" sz="1283" dirty="0"/>
          </a:p>
        </p:txBody>
      </p:sp>
      <p:sp>
        <p:nvSpPr>
          <p:cNvPr id="19" name="Text 15"/>
          <p:cNvSpPr/>
          <p:nvPr/>
        </p:nvSpPr>
        <p:spPr>
          <a:xfrm>
            <a:off x="4055325" y="3448933"/>
            <a:ext cx="243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A6</a:t>
            </a:r>
            <a:endParaRPr lang="en-US" sz="1283" dirty="0"/>
          </a:p>
        </p:txBody>
      </p:sp>
      <p:sp>
        <p:nvSpPr>
          <p:cNvPr id="20" name="Text 16"/>
          <p:cNvSpPr/>
          <p:nvPr/>
        </p:nvSpPr>
        <p:spPr>
          <a:xfrm>
            <a:off x="1257449" y="2606313"/>
            <a:ext cx="272959" cy="679683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016313" y="2517861"/>
            <a:ext cx="272959" cy="768135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2412653" y="2876324"/>
            <a:ext cx="272959" cy="409672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499656" y="2876324"/>
            <a:ext cx="272959" cy="409672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1871663" y="2519363"/>
            <a:ext cx="271463" cy="766763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2973214" y="2019737"/>
            <a:ext cx="272959" cy="1270914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1276983" y="3430312"/>
            <a:ext cx="2095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</a:t>
            </a:r>
            <a:endParaRPr lang="en-US" sz="1283" dirty="0"/>
          </a:p>
        </p:txBody>
      </p:sp>
      <p:sp>
        <p:nvSpPr>
          <p:cNvPr id="27" name="Text 23"/>
          <p:cNvSpPr/>
          <p:nvPr/>
        </p:nvSpPr>
        <p:spPr>
          <a:xfrm>
            <a:off x="1891122" y="3430312"/>
            <a:ext cx="2388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</a:t>
            </a:r>
            <a:endParaRPr lang="en-US" sz="1283" dirty="0"/>
          </a:p>
        </p:txBody>
      </p:sp>
      <p:sp>
        <p:nvSpPr>
          <p:cNvPr id="28" name="Text 24"/>
          <p:cNvSpPr/>
          <p:nvPr/>
        </p:nvSpPr>
        <p:spPr>
          <a:xfrm>
            <a:off x="4638675" y="1881187"/>
            <a:ext cx="3338810" cy="2009775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989997" y="3416024"/>
            <a:ext cx="243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B3</a:t>
            </a:r>
            <a:endParaRPr lang="en-US" sz="1283" dirty="0"/>
          </a:p>
        </p:txBody>
      </p:sp>
      <p:sp>
        <p:nvSpPr>
          <p:cNvPr id="30" name="Text 26"/>
          <p:cNvSpPr/>
          <p:nvPr/>
        </p:nvSpPr>
        <p:spPr>
          <a:xfrm>
            <a:off x="6550540" y="3429991"/>
            <a:ext cx="248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B4</a:t>
            </a:r>
            <a:endParaRPr lang="en-US" sz="1283" dirty="0"/>
          </a:p>
        </p:txBody>
      </p:sp>
      <p:sp>
        <p:nvSpPr>
          <p:cNvPr id="31" name="Text 27"/>
          <p:cNvSpPr/>
          <p:nvPr/>
        </p:nvSpPr>
        <p:spPr>
          <a:xfrm>
            <a:off x="7072071" y="3439301"/>
            <a:ext cx="243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B5</a:t>
            </a:r>
            <a:endParaRPr lang="en-US" sz="1283" dirty="0"/>
          </a:p>
        </p:txBody>
      </p:sp>
      <p:sp>
        <p:nvSpPr>
          <p:cNvPr id="32" name="Text 28"/>
          <p:cNvSpPr/>
          <p:nvPr/>
        </p:nvSpPr>
        <p:spPr>
          <a:xfrm>
            <a:off x="7603387" y="3434646"/>
            <a:ext cx="243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B6</a:t>
            </a:r>
            <a:endParaRPr lang="en-US" sz="1283" dirty="0"/>
          </a:p>
        </p:txBody>
      </p:sp>
      <p:sp>
        <p:nvSpPr>
          <p:cNvPr id="33" name="Text 29"/>
          <p:cNvSpPr/>
          <p:nvPr/>
        </p:nvSpPr>
        <p:spPr>
          <a:xfrm>
            <a:off x="4805511" y="2592026"/>
            <a:ext cx="272959" cy="679683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7564375" y="2503573"/>
            <a:ext cx="272959" cy="768135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5960715" y="2862036"/>
            <a:ext cx="272959" cy="409672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7047719" y="2862036"/>
            <a:ext cx="272959" cy="409672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5419725" y="2266950"/>
            <a:ext cx="271463" cy="1004887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6521276" y="2005449"/>
            <a:ext cx="272959" cy="1270914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4825045" y="3416024"/>
            <a:ext cx="2095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</a:t>
            </a:r>
            <a:endParaRPr lang="en-US" sz="1283" dirty="0"/>
          </a:p>
        </p:txBody>
      </p:sp>
      <p:sp>
        <p:nvSpPr>
          <p:cNvPr id="40" name="Text 36"/>
          <p:cNvSpPr/>
          <p:nvPr/>
        </p:nvSpPr>
        <p:spPr>
          <a:xfrm>
            <a:off x="5439184" y="3416024"/>
            <a:ext cx="2388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</a:t>
            </a:r>
            <a:endParaRPr lang="en-US" sz="1283" dirty="0"/>
          </a:p>
        </p:txBody>
      </p:sp>
      <p:sp>
        <p:nvSpPr>
          <p:cNvPr id="41" name="Text 37"/>
          <p:cNvSpPr/>
          <p:nvPr/>
        </p:nvSpPr>
        <p:spPr>
          <a:xfrm>
            <a:off x="1100138" y="4162425"/>
            <a:ext cx="3338810" cy="2009775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2451460" y="5731109"/>
            <a:ext cx="243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</a:t>
            </a:r>
            <a:endParaRPr lang="en-US" sz="1283" dirty="0"/>
          </a:p>
        </p:txBody>
      </p:sp>
      <p:sp>
        <p:nvSpPr>
          <p:cNvPr id="43" name="Text 39"/>
          <p:cNvSpPr/>
          <p:nvPr/>
        </p:nvSpPr>
        <p:spPr>
          <a:xfrm>
            <a:off x="3012002" y="5743198"/>
            <a:ext cx="248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A4</a:t>
            </a:r>
            <a:endParaRPr lang="en-US" sz="1283" dirty="0"/>
          </a:p>
        </p:txBody>
      </p:sp>
      <p:sp>
        <p:nvSpPr>
          <p:cNvPr id="44" name="Text 40"/>
          <p:cNvSpPr/>
          <p:nvPr/>
        </p:nvSpPr>
        <p:spPr>
          <a:xfrm>
            <a:off x="3533533" y="5751257"/>
            <a:ext cx="243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A5</a:t>
            </a:r>
            <a:endParaRPr lang="en-US" sz="1283" dirty="0"/>
          </a:p>
        </p:txBody>
      </p:sp>
      <p:sp>
        <p:nvSpPr>
          <p:cNvPr id="45" name="Text 41"/>
          <p:cNvSpPr/>
          <p:nvPr/>
        </p:nvSpPr>
        <p:spPr>
          <a:xfrm>
            <a:off x="4064850" y="5747228"/>
            <a:ext cx="243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A6</a:t>
            </a:r>
            <a:endParaRPr lang="en-US" sz="1283" dirty="0"/>
          </a:p>
        </p:txBody>
      </p:sp>
      <p:sp>
        <p:nvSpPr>
          <p:cNvPr id="46" name="Text 42"/>
          <p:cNvSpPr/>
          <p:nvPr/>
        </p:nvSpPr>
        <p:spPr>
          <a:xfrm>
            <a:off x="1266974" y="5017839"/>
            <a:ext cx="272959" cy="588347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4025838" y="4941273"/>
            <a:ext cx="272959" cy="664913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2422178" y="5251567"/>
            <a:ext cx="272959" cy="354620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3509181" y="5251567"/>
            <a:ext cx="272959" cy="354620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1881132" y="4655158"/>
            <a:ext cx="272959" cy="951027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2982739" y="4510088"/>
            <a:ext cx="272959" cy="1100129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1286508" y="5731109"/>
            <a:ext cx="2095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</a:t>
            </a:r>
            <a:endParaRPr lang="en-US" sz="1283" dirty="0"/>
          </a:p>
        </p:txBody>
      </p:sp>
      <p:sp>
        <p:nvSpPr>
          <p:cNvPr id="53" name="Text 49"/>
          <p:cNvSpPr/>
          <p:nvPr/>
        </p:nvSpPr>
        <p:spPr>
          <a:xfrm>
            <a:off x="1900647" y="5731109"/>
            <a:ext cx="2388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</a:t>
            </a:r>
            <a:endParaRPr lang="en-US" sz="1283" dirty="0"/>
          </a:p>
        </p:txBody>
      </p:sp>
      <p:sp>
        <p:nvSpPr>
          <p:cNvPr id="54" name="Text 50"/>
          <p:cNvSpPr/>
          <p:nvPr/>
        </p:nvSpPr>
        <p:spPr>
          <a:xfrm>
            <a:off x="4648200" y="4148137"/>
            <a:ext cx="3338810" cy="2009775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5999522" y="5784648"/>
            <a:ext cx="243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</a:t>
            </a:r>
            <a:endParaRPr lang="en-US" sz="1283" dirty="0"/>
          </a:p>
        </p:txBody>
      </p:sp>
      <p:sp>
        <p:nvSpPr>
          <p:cNvPr id="56" name="Text 52"/>
          <p:cNvSpPr/>
          <p:nvPr/>
        </p:nvSpPr>
        <p:spPr>
          <a:xfrm>
            <a:off x="6560065" y="5792977"/>
            <a:ext cx="248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A4</a:t>
            </a:r>
            <a:endParaRPr lang="en-US" sz="1283" dirty="0"/>
          </a:p>
        </p:txBody>
      </p:sp>
      <p:sp>
        <p:nvSpPr>
          <p:cNvPr id="57" name="Text 53"/>
          <p:cNvSpPr/>
          <p:nvPr/>
        </p:nvSpPr>
        <p:spPr>
          <a:xfrm>
            <a:off x="7081596" y="5798529"/>
            <a:ext cx="243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A5</a:t>
            </a:r>
            <a:endParaRPr lang="en-US" sz="1283" dirty="0"/>
          </a:p>
        </p:txBody>
      </p:sp>
      <p:sp>
        <p:nvSpPr>
          <p:cNvPr id="58" name="Text 54"/>
          <p:cNvSpPr/>
          <p:nvPr/>
        </p:nvSpPr>
        <p:spPr>
          <a:xfrm>
            <a:off x="7612912" y="5795753"/>
            <a:ext cx="243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A6</a:t>
            </a:r>
            <a:endParaRPr lang="en-US" sz="1283" dirty="0"/>
          </a:p>
        </p:txBody>
      </p:sp>
      <p:sp>
        <p:nvSpPr>
          <p:cNvPr id="59" name="Text 55"/>
          <p:cNvSpPr/>
          <p:nvPr/>
        </p:nvSpPr>
        <p:spPr>
          <a:xfrm>
            <a:off x="4815036" y="5293270"/>
            <a:ext cx="272959" cy="405318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7573900" y="5240523"/>
            <a:ext cx="272959" cy="458065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5970240" y="5454287"/>
            <a:ext cx="272959" cy="244301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7057244" y="5454287"/>
            <a:ext cx="272959" cy="244301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9"/>
          <p:cNvSpPr/>
          <p:nvPr/>
        </p:nvSpPr>
        <p:spPr>
          <a:xfrm>
            <a:off x="5429194" y="5043416"/>
            <a:ext cx="272959" cy="655171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0"/>
          <p:cNvSpPr/>
          <p:nvPr/>
        </p:nvSpPr>
        <p:spPr>
          <a:xfrm>
            <a:off x="6530801" y="4943475"/>
            <a:ext cx="272959" cy="757889"/>
          </a:xfrm>
          <a:prstGeom prst="rect">
            <a:avLst/>
          </a:prstGeom>
          <a:solidFill>
            <a:srgbClr val="AB5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4834570" y="5784648"/>
            <a:ext cx="2095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</a:t>
            </a:r>
            <a:endParaRPr lang="en-US" sz="1283" dirty="0"/>
          </a:p>
        </p:txBody>
      </p:sp>
      <p:sp>
        <p:nvSpPr>
          <p:cNvPr id="66" name="Text 62"/>
          <p:cNvSpPr/>
          <p:nvPr/>
        </p:nvSpPr>
        <p:spPr>
          <a:xfrm>
            <a:off x="5448709" y="5784648"/>
            <a:ext cx="2388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</a:t>
            </a:r>
            <a:endParaRPr lang="en-US" sz="1283" dirty="0"/>
          </a:p>
        </p:txBody>
      </p:sp>
      <p:sp>
        <p:nvSpPr>
          <p:cNvPr id="67" name="Text 63"/>
          <p:cNvSpPr/>
          <p:nvPr/>
        </p:nvSpPr>
        <p:spPr>
          <a:xfrm>
            <a:off x="9009794" y="748371"/>
            <a:ext cx="86581" cy="4380242"/>
          </a:xfrm>
          <a:prstGeom prst="rect">
            <a:avLst/>
          </a:prstGeom>
          <a:solidFill>
            <a:srgbClr val="A1A1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4"/>
          <p:cNvSpPr/>
          <p:nvPr/>
        </p:nvSpPr>
        <p:spPr>
          <a:xfrm>
            <a:off x="9014557" y="744830"/>
            <a:ext cx="86581" cy="327997"/>
          </a:xfrm>
          <a:prstGeom prst="rect">
            <a:avLst/>
          </a:prstGeom>
          <a:solidFill>
            <a:srgbClr val="565656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09613"/>
            <a:ext cx="9144000" cy="4471988"/>
          </a:xfrm>
          <a:prstGeom prst="rect">
            <a:avLst/>
          </a:prstGeom>
          <a:solidFill>
            <a:srgbClr val="FFFFFF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4" name="Text 2"/>
          <p:cNvSpPr/>
          <p:nvPr/>
        </p:nvSpPr>
        <p:spPr>
          <a:xfrm>
            <a:off x="2643188" y="2266950"/>
            <a:ext cx="563580" cy="560263"/>
          </a:xfrm>
          <a:prstGeom prst="rect">
            <a:avLst/>
          </a:prstGeom>
          <a:solidFill>
            <a:srgbClr val="198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4478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1" t="0" b="0"/>
          <a:stretch/>
        </p:blipFill>
        <p:spPr>
          <a:xfrm>
            <a:off x="2480640" y="33051"/>
            <a:ext cx="400664" cy="39199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38" y="0"/>
            <a:ext cx="538981" cy="4576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39025" y="85725"/>
            <a:ext cx="15525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GERENTE</a:t>
            </a:r>
            <a:endParaRPr lang="en-US" sz="1425" dirty="0"/>
          </a:p>
        </p:txBody>
      </p:sp>
      <p:sp>
        <p:nvSpPr>
          <p:cNvPr id="9" name="Text 5"/>
          <p:cNvSpPr/>
          <p:nvPr/>
        </p:nvSpPr>
        <p:spPr>
          <a:xfrm>
            <a:off x="3776662" y="71438"/>
            <a:ext cx="1995487" cy="595313"/>
          </a:xfrm>
          <a:prstGeom prst="roundRect">
            <a:avLst>
              <a:gd name="adj" fmla="val 10752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829050" y="171450"/>
            <a:ext cx="188595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86"/>
              </a:lnSpc>
              <a:buNone/>
            </a:pPr>
            <a:r>
              <a:rPr lang="en-US" sz="1959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Estatísticas</a:t>
            </a:r>
            <a:endParaRPr lang="en-US" sz="1959" dirty="0"/>
          </a:p>
        </p:txBody>
      </p:sp>
      <p:sp>
        <p:nvSpPr>
          <p:cNvPr id="11" name="Text 7"/>
          <p:cNvSpPr/>
          <p:nvPr/>
        </p:nvSpPr>
        <p:spPr>
          <a:xfrm>
            <a:off x="4981575" y="4043363"/>
            <a:ext cx="24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A4</a:t>
            </a:r>
            <a:endParaRPr lang="en-US" sz="1283" dirty="0"/>
          </a:p>
        </p:txBody>
      </p:sp>
      <p:sp>
        <p:nvSpPr>
          <p:cNvPr id="12" name="Text 8"/>
          <p:cNvSpPr/>
          <p:nvPr/>
        </p:nvSpPr>
        <p:spPr>
          <a:xfrm>
            <a:off x="8115300" y="34671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B4</a:t>
            </a:r>
            <a:endParaRPr lang="en-US" sz="1283" dirty="0"/>
          </a:p>
        </p:txBody>
      </p:sp>
      <p:sp>
        <p:nvSpPr>
          <p:cNvPr id="13" name="Text 9"/>
          <p:cNvSpPr/>
          <p:nvPr/>
        </p:nvSpPr>
        <p:spPr>
          <a:xfrm>
            <a:off x="4981575" y="3390900"/>
            <a:ext cx="219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</a:t>
            </a:r>
            <a:endParaRPr lang="en-US" sz="1283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981575" y="3643313"/>
            <a:ext cx="1304944" cy="8516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96113" y="3733800"/>
            <a:ext cx="1347788" cy="3754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981575" y="4300538"/>
            <a:ext cx="1304925" cy="375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2863" y="3123749"/>
            <a:ext cx="4519613" cy="386622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42863" y="1990855"/>
            <a:ext cx="4519613" cy="386622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42863" y="1150176"/>
            <a:ext cx="4519613" cy="2796269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42863" y="1150176"/>
            <a:ext cx="4519613" cy="2796269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42863" y="1150176"/>
            <a:ext cx="4519613" cy="2796269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1" t="0" b="0"/>
          <a:stretch/>
        </p:blipFill>
        <p:spPr>
          <a:xfrm>
            <a:off x="1341593" y="1289540"/>
            <a:ext cx="393948" cy="427083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1" t="0" b="0"/>
          <a:stretch/>
        </p:blipFill>
        <p:spPr>
          <a:xfrm>
            <a:off x="1982316" y="1289540"/>
            <a:ext cx="393948" cy="427083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rcRect l="0" r="1" t="0" b="0"/>
          <a:stretch/>
        </p:blipFill>
        <p:spPr>
          <a:xfrm>
            <a:off x="3943406" y="1289540"/>
            <a:ext cx="393948" cy="427083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29443" y="1060264"/>
            <a:ext cx="42858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4703" dirty="0"/>
          </a:p>
        </p:txBody>
      </p:sp>
      <p:sp>
        <p:nvSpPr>
          <p:cNvPr id="26" name="Text 16"/>
          <p:cNvSpPr/>
          <p:nvPr/>
        </p:nvSpPr>
        <p:spPr>
          <a:xfrm>
            <a:off x="151098" y="1743597"/>
            <a:ext cx="38096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4703" dirty="0"/>
          </a:p>
        </p:txBody>
      </p:sp>
      <p:sp>
        <p:nvSpPr>
          <p:cNvPr id="27" name="Text 17"/>
          <p:cNvSpPr/>
          <p:nvPr/>
        </p:nvSpPr>
        <p:spPr>
          <a:xfrm>
            <a:off x="129443" y="2516842"/>
            <a:ext cx="43291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4703" dirty="0"/>
          </a:p>
        </p:txBody>
      </p:sp>
      <p:sp>
        <p:nvSpPr>
          <p:cNvPr id="28" name="Text 18"/>
          <p:cNvSpPr/>
          <p:nvPr/>
        </p:nvSpPr>
        <p:spPr>
          <a:xfrm>
            <a:off x="151098" y="3276600"/>
            <a:ext cx="41992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4703" dirty="0"/>
          </a:p>
        </p:txBody>
      </p:sp>
      <p:sp>
        <p:nvSpPr>
          <p:cNvPr id="29" name="Text 19"/>
          <p:cNvSpPr/>
          <p:nvPr/>
        </p:nvSpPr>
        <p:spPr>
          <a:xfrm>
            <a:off x="42863" y="1640198"/>
            <a:ext cx="27143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Código do Cliente:</a:t>
            </a:r>
            <a:endParaRPr lang="en-US" sz="2138" dirty="0"/>
          </a:p>
        </p:txBody>
      </p:sp>
      <p:sp>
        <p:nvSpPr>
          <p:cNvPr id="30" name="Text 20"/>
          <p:cNvSpPr/>
          <p:nvPr/>
        </p:nvSpPr>
        <p:spPr>
          <a:xfrm>
            <a:off x="51513" y="3294582"/>
            <a:ext cx="4510954" cy="762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1"/>
          <p:cNvSpPr/>
          <p:nvPr/>
        </p:nvSpPr>
        <p:spPr>
          <a:xfrm>
            <a:off x="42863" y="2485372"/>
            <a:ext cx="4515283" cy="762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2"/>
          <p:cNvSpPr/>
          <p:nvPr/>
        </p:nvSpPr>
        <p:spPr>
          <a:xfrm>
            <a:off x="42863" y="1730110"/>
            <a:ext cx="4515283" cy="762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3"/>
          <p:cNvSpPr/>
          <p:nvPr/>
        </p:nvSpPr>
        <p:spPr>
          <a:xfrm>
            <a:off x="3861160" y="1168159"/>
            <a:ext cx="76200" cy="2778287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4"/>
          <p:cNvSpPr/>
          <p:nvPr/>
        </p:nvSpPr>
        <p:spPr>
          <a:xfrm>
            <a:off x="3194465" y="1168159"/>
            <a:ext cx="76200" cy="2778287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5"/>
          <p:cNvSpPr/>
          <p:nvPr/>
        </p:nvSpPr>
        <p:spPr>
          <a:xfrm>
            <a:off x="2558095" y="1168159"/>
            <a:ext cx="76200" cy="2778287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6"/>
          <p:cNvSpPr/>
          <p:nvPr/>
        </p:nvSpPr>
        <p:spPr>
          <a:xfrm>
            <a:off x="1900051" y="1150176"/>
            <a:ext cx="76200" cy="2800765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7"/>
          <p:cNvSpPr/>
          <p:nvPr/>
        </p:nvSpPr>
        <p:spPr>
          <a:xfrm>
            <a:off x="1259346" y="1168159"/>
            <a:ext cx="76200" cy="2791774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0" r="1" t="0" b="0"/>
          <a:stretch/>
        </p:blipFill>
        <p:spPr>
          <a:xfrm>
            <a:off x="718207" y="1289540"/>
            <a:ext cx="393948" cy="427083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726890" y="1923421"/>
            <a:ext cx="125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rcRect l="0" r="1" t="0" b="0"/>
          <a:stretch/>
        </p:blipFill>
        <p:spPr>
          <a:xfrm>
            <a:off x="1982316" y="2040307"/>
            <a:ext cx="393948" cy="427083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2363279" y="1923421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rcRect l="0" r="1" t="0" b="0"/>
          <a:stretch/>
        </p:blipFill>
        <p:spPr>
          <a:xfrm>
            <a:off x="2640341" y="2040307"/>
            <a:ext cx="393948" cy="427083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3016969" y="1923421"/>
            <a:ext cx="1385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rcRect l="0" r="1" t="0" b="0"/>
          <a:stretch/>
        </p:blipFill>
        <p:spPr>
          <a:xfrm>
            <a:off x="3324337" y="2040307"/>
            <a:ext cx="393948" cy="427083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3705299" y="1923421"/>
            <a:ext cx="1298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rcRect l="0" r="1" t="0" b="0"/>
          <a:stretch/>
        </p:blipFill>
        <p:spPr>
          <a:xfrm>
            <a:off x="3943406" y="2040307"/>
            <a:ext cx="393948" cy="427083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4324369" y="1923421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rcRect l="0" r="1" t="0" b="0"/>
          <a:stretch/>
        </p:blipFill>
        <p:spPr>
          <a:xfrm>
            <a:off x="718207" y="2040307"/>
            <a:ext cx="393948" cy="427083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1116490" y="1923421"/>
            <a:ext cx="995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sp>
        <p:nvSpPr>
          <p:cNvPr id="50" name="Text 34"/>
          <p:cNvSpPr/>
          <p:nvPr/>
        </p:nvSpPr>
        <p:spPr>
          <a:xfrm>
            <a:off x="1717365" y="1166184"/>
            <a:ext cx="125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sp>
        <p:nvSpPr>
          <p:cNvPr id="51" name="Text 35"/>
          <p:cNvSpPr/>
          <p:nvPr/>
        </p:nvSpPr>
        <p:spPr>
          <a:xfrm>
            <a:off x="2353754" y="1166184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sp>
        <p:nvSpPr>
          <p:cNvPr id="52" name="Text 36"/>
          <p:cNvSpPr/>
          <p:nvPr/>
        </p:nvSpPr>
        <p:spPr>
          <a:xfrm>
            <a:off x="3695774" y="1166184"/>
            <a:ext cx="1298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sp>
        <p:nvSpPr>
          <p:cNvPr id="53" name="Text 37"/>
          <p:cNvSpPr/>
          <p:nvPr/>
        </p:nvSpPr>
        <p:spPr>
          <a:xfrm>
            <a:off x="4314844" y="1166184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sp>
        <p:nvSpPr>
          <p:cNvPr id="54" name="Text 38"/>
          <p:cNvSpPr/>
          <p:nvPr/>
        </p:nvSpPr>
        <p:spPr>
          <a:xfrm>
            <a:off x="1106965" y="1166184"/>
            <a:ext cx="995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sp>
        <p:nvSpPr>
          <p:cNvPr id="55" name="Text 39"/>
          <p:cNvSpPr/>
          <p:nvPr/>
        </p:nvSpPr>
        <p:spPr>
          <a:xfrm>
            <a:off x="1726890" y="2732631"/>
            <a:ext cx="125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pic>
        <p:nvPicPr>
          <p:cNvPr id="56" name="Image 14" descr="preencoded.png">    </p:cNvPr>
          <p:cNvPicPr>
            <a:picLocks noChangeAspect="1"/>
          </p:cNvPicPr>
          <p:nvPr/>
        </p:nvPicPr>
        <p:blipFill>
          <a:blip r:embed="rId15"/>
          <a:srcRect l="0" r="1" t="0" b="0"/>
          <a:stretch/>
        </p:blipFill>
        <p:spPr>
          <a:xfrm>
            <a:off x="1982316" y="2849517"/>
            <a:ext cx="393948" cy="427083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2363279" y="2732631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sp>
        <p:nvSpPr>
          <p:cNvPr id="58" name="Text 41"/>
          <p:cNvSpPr/>
          <p:nvPr/>
        </p:nvSpPr>
        <p:spPr>
          <a:xfrm>
            <a:off x="3016969" y="2732631"/>
            <a:ext cx="1385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rcRect l="0" r="1" t="0" b="0"/>
          <a:stretch/>
        </p:blipFill>
        <p:spPr>
          <a:xfrm>
            <a:off x="3324337" y="2849517"/>
            <a:ext cx="393948" cy="427083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3705299" y="2732631"/>
            <a:ext cx="1298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pic>
        <p:nvPicPr>
          <p:cNvPr id="61" name="Image 16" descr="preencoded.png">    </p:cNvPr>
          <p:cNvPicPr>
            <a:picLocks noChangeAspect="1"/>
          </p:cNvPicPr>
          <p:nvPr/>
        </p:nvPicPr>
        <p:blipFill>
          <a:blip r:embed="rId17"/>
          <a:srcRect l="0" r="1" t="0" b="0"/>
          <a:stretch/>
        </p:blipFill>
        <p:spPr>
          <a:xfrm>
            <a:off x="3943406" y="2849517"/>
            <a:ext cx="393948" cy="427083"/>
          </a:xfrm>
          <a:prstGeom prst="rect">
            <a:avLst/>
          </a:prstGeom>
        </p:spPr>
      </p:pic>
      <p:sp>
        <p:nvSpPr>
          <p:cNvPr id="62" name="Text 43"/>
          <p:cNvSpPr/>
          <p:nvPr/>
        </p:nvSpPr>
        <p:spPr>
          <a:xfrm>
            <a:off x="4324369" y="2732631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pic>
        <p:nvPicPr>
          <p:cNvPr id="63" name="Image 17" descr="preencoded.png">    </p:cNvPr>
          <p:cNvPicPr>
            <a:picLocks noChangeAspect="1"/>
          </p:cNvPicPr>
          <p:nvPr/>
        </p:nvPicPr>
        <p:blipFill>
          <a:blip r:embed="rId18"/>
          <a:srcRect l="0" r="1" t="0" b="0"/>
          <a:stretch/>
        </p:blipFill>
        <p:spPr>
          <a:xfrm>
            <a:off x="718207" y="2849517"/>
            <a:ext cx="393948" cy="427083"/>
          </a:xfrm>
          <a:prstGeom prst="rect">
            <a:avLst/>
          </a:prstGeom>
        </p:spPr>
      </p:pic>
      <p:sp>
        <p:nvSpPr>
          <p:cNvPr id="64" name="Text 44"/>
          <p:cNvSpPr/>
          <p:nvPr/>
        </p:nvSpPr>
        <p:spPr>
          <a:xfrm>
            <a:off x="1116490" y="2732631"/>
            <a:ext cx="995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pic>
        <p:nvPicPr>
          <p:cNvPr id="65" name="Image 18" descr="preencoded.png">    </p:cNvPr>
          <p:cNvPicPr>
            <a:picLocks noChangeAspect="1"/>
          </p:cNvPicPr>
          <p:nvPr/>
        </p:nvPicPr>
        <p:blipFill>
          <a:blip r:embed="rId19"/>
          <a:srcRect l="0" r="1" t="0" b="0"/>
          <a:stretch/>
        </p:blipFill>
        <p:spPr>
          <a:xfrm>
            <a:off x="1341593" y="3465415"/>
            <a:ext cx="393948" cy="427083"/>
          </a:xfrm>
          <a:prstGeom prst="rect">
            <a:avLst/>
          </a:prstGeom>
        </p:spPr>
      </p:pic>
      <p:sp>
        <p:nvSpPr>
          <p:cNvPr id="66" name="Text 45"/>
          <p:cNvSpPr/>
          <p:nvPr/>
        </p:nvSpPr>
        <p:spPr>
          <a:xfrm>
            <a:off x="1726890" y="3348529"/>
            <a:ext cx="125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pic>
        <p:nvPicPr>
          <p:cNvPr id="67" name="Image 19" descr="preencoded.png">    </p:cNvPr>
          <p:cNvPicPr>
            <a:picLocks noChangeAspect="1"/>
          </p:cNvPicPr>
          <p:nvPr/>
        </p:nvPicPr>
        <p:blipFill>
          <a:blip r:embed="rId20"/>
          <a:srcRect l="0" r="1" t="0" b="0"/>
          <a:stretch/>
        </p:blipFill>
        <p:spPr>
          <a:xfrm>
            <a:off x="1982316" y="3465415"/>
            <a:ext cx="393948" cy="427083"/>
          </a:xfrm>
          <a:prstGeom prst="rect">
            <a:avLst/>
          </a:prstGeom>
        </p:spPr>
      </p:pic>
      <p:sp>
        <p:nvSpPr>
          <p:cNvPr id="68" name="Text 46"/>
          <p:cNvSpPr/>
          <p:nvPr/>
        </p:nvSpPr>
        <p:spPr>
          <a:xfrm>
            <a:off x="2363279" y="3348529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pic>
        <p:nvPicPr>
          <p:cNvPr id="69" name="Image 20" descr="preencoded.png">    </p:cNvPr>
          <p:cNvPicPr>
            <a:picLocks noChangeAspect="1"/>
          </p:cNvPicPr>
          <p:nvPr/>
        </p:nvPicPr>
        <p:blipFill>
          <a:blip r:embed="rId21"/>
          <a:srcRect l="0" r="1" t="0" b="0"/>
          <a:stretch/>
        </p:blipFill>
        <p:spPr>
          <a:xfrm>
            <a:off x="2640341" y="3465415"/>
            <a:ext cx="393948" cy="427083"/>
          </a:xfrm>
          <a:prstGeom prst="rect">
            <a:avLst/>
          </a:prstGeom>
        </p:spPr>
      </p:pic>
      <p:sp>
        <p:nvSpPr>
          <p:cNvPr id="70" name="Text 47"/>
          <p:cNvSpPr/>
          <p:nvPr/>
        </p:nvSpPr>
        <p:spPr>
          <a:xfrm>
            <a:off x="3016969" y="3348529"/>
            <a:ext cx="1385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71" name="Image 21" descr="preencoded.png">    </p:cNvPr>
          <p:cNvPicPr>
            <a:picLocks noChangeAspect="1"/>
          </p:cNvPicPr>
          <p:nvPr/>
        </p:nvPicPr>
        <p:blipFill>
          <a:blip r:embed="rId22"/>
          <a:srcRect l="0" r="1" t="0" b="0"/>
          <a:stretch/>
        </p:blipFill>
        <p:spPr>
          <a:xfrm>
            <a:off x="3324337" y="3465415"/>
            <a:ext cx="393948" cy="427083"/>
          </a:xfrm>
          <a:prstGeom prst="rect">
            <a:avLst/>
          </a:prstGeom>
        </p:spPr>
      </p:pic>
      <p:sp>
        <p:nvSpPr>
          <p:cNvPr id="72" name="Text 48"/>
          <p:cNvSpPr/>
          <p:nvPr/>
        </p:nvSpPr>
        <p:spPr>
          <a:xfrm>
            <a:off x="3705299" y="3348529"/>
            <a:ext cx="1298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sp>
        <p:nvSpPr>
          <p:cNvPr id="73" name="Text 49"/>
          <p:cNvSpPr/>
          <p:nvPr/>
        </p:nvSpPr>
        <p:spPr>
          <a:xfrm>
            <a:off x="4324369" y="3348529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pic>
        <p:nvPicPr>
          <p:cNvPr id="74" name="Image 22" descr="preencoded.png">    </p:cNvPr>
          <p:cNvPicPr>
            <a:picLocks noChangeAspect="1"/>
          </p:cNvPicPr>
          <p:nvPr/>
        </p:nvPicPr>
        <p:blipFill>
          <a:blip r:embed="rId23"/>
          <a:srcRect l="0" r="1" t="0" b="0"/>
          <a:stretch/>
        </p:blipFill>
        <p:spPr>
          <a:xfrm>
            <a:off x="718207" y="3465415"/>
            <a:ext cx="393948" cy="427083"/>
          </a:xfrm>
          <a:prstGeom prst="rect">
            <a:avLst/>
          </a:prstGeom>
        </p:spPr>
      </p:pic>
      <p:sp>
        <p:nvSpPr>
          <p:cNvPr id="75" name="Text 50"/>
          <p:cNvSpPr/>
          <p:nvPr/>
        </p:nvSpPr>
        <p:spPr>
          <a:xfrm>
            <a:off x="1116490" y="3348529"/>
            <a:ext cx="995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sp>
        <p:nvSpPr>
          <p:cNvPr id="76" name="Text 51"/>
          <p:cNvSpPr/>
          <p:nvPr/>
        </p:nvSpPr>
        <p:spPr>
          <a:xfrm>
            <a:off x="635961" y="1168159"/>
            <a:ext cx="76200" cy="2778287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52"/>
          <p:cNvSpPr/>
          <p:nvPr/>
        </p:nvSpPr>
        <p:spPr>
          <a:xfrm>
            <a:off x="4475894" y="1167471"/>
            <a:ext cx="86581" cy="2760992"/>
          </a:xfrm>
          <a:prstGeom prst="rect">
            <a:avLst/>
          </a:prstGeom>
          <a:solidFill>
            <a:srgbClr val="A1A1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53"/>
          <p:cNvSpPr/>
          <p:nvPr/>
        </p:nvSpPr>
        <p:spPr>
          <a:xfrm>
            <a:off x="4475894" y="1159167"/>
            <a:ext cx="86581" cy="327997"/>
          </a:xfrm>
          <a:prstGeom prst="rect">
            <a:avLst/>
          </a:prstGeom>
          <a:solidFill>
            <a:srgbClr val="565656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54"/>
          <p:cNvSpPr/>
          <p:nvPr/>
        </p:nvSpPr>
        <p:spPr>
          <a:xfrm>
            <a:off x="4475894" y="1167471"/>
            <a:ext cx="86581" cy="2760992"/>
          </a:xfrm>
          <a:prstGeom prst="rect">
            <a:avLst/>
          </a:prstGeom>
          <a:solidFill>
            <a:srgbClr val="A1A1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55"/>
          <p:cNvSpPr/>
          <p:nvPr/>
        </p:nvSpPr>
        <p:spPr>
          <a:xfrm>
            <a:off x="4475894" y="1159167"/>
            <a:ext cx="86581" cy="327997"/>
          </a:xfrm>
          <a:prstGeom prst="rect">
            <a:avLst/>
          </a:prstGeom>
          <a:solidFill>
            <a:srgbClr val="565656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1" name="Image 23" descr="preencoded.png">    </p:cNvPr>
          <p:cNvPicPr>
            <a:picLocks noChangeAspect="1"/>
          </p:cNvPicPr>
          <p:nvPr/>
        </p:nvPicPr>
        <p:blipFill>
          <a:blip r:embed="rId24"/>
          <a:srcRect l="0" r="1" t="0" b="0"/>
          <a:stretch/>
        </p:blipFill>
        <p:spPr>
          <a:xfrm>
            <a:off x="2640341" y="1289540"/>
            <a:ext cx="393948" cy="427083"/>
          </a:xfrm>
          <a:prstGeom prst="rect">
            <a:avLst/>
          </a:prstGeom>
        </p:spPr>
      </p:pic>
      <p:sp>
        <p:nvSpPr>
          <p:cNvPr id="82" name="Text 56"/>
          <p:cNvSpPr/>
          <p:nvPr/>
        </p:nvSpPr>
        <p:spPr>
          <a:xfrm>
            <a:off x="3007444" y="1166184"/>
            <a:ext cx="1385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83" name="Image 24" descr="preencoded.png">    </p:cNvPr>
          <p:cNvPicPr>
            <a:picLocks noChangeAspect="1"/>
          </p:cNvPicPr>
          <p:nvPr/>
        </p:nvPicPr>
        <p:blipFill>
          <a:blip r:embed="rId25"/>
          <a:srcRect l="0" r="1" t="0" b="0"/>
          <a:stretch/>
        </p:blipFill>
        <p:spPr>
          <a:xfrm>
            <a:off x="3324337" y="1289540"/>
            <a:ext cx="393948" cy="427083"/>
          </a:xfrm>
          <a:prstGeom prst="rect">
            <a:avLst/>
          </a:prstGeom>
        </p:spPr>
      </p:pic>
      <p:pic>
        <p:nvPicPr>
          <p:cNvPr id="84" name="Image 25" descr="preencoded.png">    </p:cNvPr>
          <p:cNvPicPr>
            <a:picLocks noChangeAspect="1"/>
          </p:cNvPicPr>
          <p:nvPr/>
        </p:nvPicPr>
        <p:blipFill>
          <a:blip r:embed="rId26"/>
          <a:srcRect l="0" r="1" t="0" b="0"/>
          <a:stretch/>
        </p:blipFill>
        <p:spPr>
          <a:xfrm>
            <a:off x="1341593" y="2040307"/>
            <a:ext cx="393948" cy="427083"/>
          </a:xfrm>
          <a:prstGeom prst="rect">
            <a:avLst/>
          </a:prstGeom>
        </p:spPr>
      </p:pic>
      <p:pic>
        <p:nvPicPr>
          <p:cNvPr id="85" name="Image 26" descr="preencoded.png">    </p:cNvPr>
          <p:cNvPicPr>
            <a:picLocks noChangeAspect="1"/>
          </p:cNvPicPr>
          <p:nvPr/>
        </p:nvPicPr>
        <p:blipFill>
          <a:blip r:embed="rId27"/>
          <a:srcRect l="0" r="1" t="0" b="0"/>
          <a:stretch/>
        </p:blipFill>
        <p:spPr>
          <a:xfrm>
            <a:off x="1341593" y="2867499"/>
            <a:ext cx="393948" cy="427083"/>
          </a:xfrm>
          <a:prstGeom prst="rect">
            <a:avLst/>
          </a:prstGeom>
        </p:spPr>
      </p:pic>
      <p:pic>
        <p:nvPicPr>
          <p:cNvPr id="86" name="Image 27" descr="preencoded.png">    </p:cNvPr>
          <p:cNvPicPr>
            <a:picLocks noChangeAspect="1"/>
          </p:cNvPicPr>
          <p:nvPr/>
        </p:nvPicPr>
        <p:blipFill>
          <a:blip r:embed="rId28"/>
          <a:srcRect l="0" r="1" t="0" b="0"/>
          <a:stretch/>
        </p:blipFill>
        <p:spPr>
          <a:xfrm>
            <a:off x="2640341" y="2849517"/>
            <a:ext cx="393948" cy="427083"/>
          </a:xfrm>
          <a:prstGeom prst="rect">
            <a:avLst/>
          </a:prstGeom>
        </p:spPr>
      </p:pic>
      <p:pic>
        <p:nvPicPr>
          <p:cNvPr id="87" name="Image 28" descr="preencoded.png">    </p:cNvPr>
          <p:cNvPicPr>
            <a:picLocks noChangeAspect="1"/>
          </p:cNvPicPr>
          <p:nvPr/>
        </p:nvPicPr>
        <p:blipFill>
          <a:blip r:embed="rId29"/>
          <a:srcRect l="0" r="1" t="0" b="0"/>
          <a:stretch/>
        </p:blipFill>
        <p:spPr>
          <a:xfrm>
            <a:off x="3943406" y="3465415"/>
            <a:ext cx="393948" cy="427083"/>
          </a:xfrm>
          <a:prstGeom prst="rect">
            <a:avLst/>
          </a:prstGeom>
        </p:spPr>
      </p:pic>
      <p:pic>
        <p:nvPicPr>
          <p:cNvPr id="88" name="Image 29" descr="preencoded.png">    </p:cNvPr>
          <p:cNvPicPr>
            <a:picLocks noChangeAspect="1"/>
          </p:cNvPicPr>
          <p:nvPr/>
        </p:nvPicPr>
        <p:blipFill>
          <a:blip r:embed="rId30"/>
          <a:srcRect l="0" r="1" t="0" b="0"/>
          <a:stretch/>
        </p:blipFill>
        <p:spPr>
          <a:xfrm>
            <a:off x="1341593" y="4085128"/>
            <a:ext cx="393948" cy="427083"/>
          </a:xfrm>
          <a:prstGeom prst="rect">
            <a:avLst/>
          </a:prstGeom>
        </p:spPr>
      </p:pic>
      <p:pic>
        <p:nvPicPr>
          <p:cNvPr id="89" name="Image 30" descr="preencoded.png">    </p:cNvPr>
          <p:cNvPicPr>
            <a:picLocks noChangeAspect="1"/>
          </p:cNvPicPr>
          <p:nvPr/>
        </p:nvPicPr>
        <p:blipFill>
          <a:blip r:embed="rId31"/>
          <a:srcRect l="0" r="1" t="0" b="0"/>
          <a:stretch/>
        </p:blipFill>
        <p:spPr>
          <a:xfrm>
            <a:off x="1982316" y="4085128"/>
            <a:ext cx="393948" cy="427083"/>
          </a:xfrm>
          <a:prstGeom prst="rect">
            <a:avLst/>
          </a:prstGeom>
        </p:spPr>
      </p:pic>
      <p:pic>
        <p:nvPicPr>
          <p:cNvPr id="90" name="Image 31" descr="preencoded.png">    </p:cNvPr>
          <p:cNvPicPr>
            <a:picLocks noChangeAspect="1"/>
          </p:cNvPicPr>
          <p:nvPr/>
        </p:nvPicPr>
        <p:blipFill>
          <a:blip r:embed="rId32"/>
          <a:srcRect l="0" r="1" t="0" b="0"/>
          <a:stretch/>
        </p:blipFill>
        <p:spPr>
          <a:xfrm>
            <a:off x="3943406" y="4085128"/>
            <a:ext cx="393948" cy="427083"/>
          </a:xfrm>
          <a:prstGeom prst="rect">
            <a:avLst/>
          </a:prstGeom>
        </p:spPr>
      </p:pic>
      <p:sp>
        <p:nvSpPr>
          <p:cNvPr id="91" name="Text 57"/>
          <p:cNvSpPr/>
          <p:nvPr/>
        </p:nvSpPr>
        <p:spPr>
          <a:xfrm>
            <a:off x="129443" y="3855852"/>
            <a:ext cx="42858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4703" dirty="0"/>
          </a:p>
        </p:txBody>
      </p:sp>
      <p:sp>
        <p:nvSpPr>
          <p:cNvPr id="92" name="Text 58"/>
          <p:cNvSpPr/>
          <p:nvPr/>
        </p:nvSpPr>
        <p:spPr>
          <a:xfrm>
            <a:off x="151098" y="4539185"/>
            <a:ext cx="38096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4703" dirty="0"/>
          </a:p>
        </p:txBody>
      </p:sp>
      <p:sp>
        <p:nvSpPr>
          <p:cNvPr id="93" name="Text 59"/>
          <p:cNvSpPr/>
          <p:nvPr/>
        </p:nvSpPr>
        <p:spPr>
          <a:xfrm>
            <a:off x="42863" y="4525698"/>
            <a:ext cx="4515283" cy="762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60"/>
          <p:cNvSpPr/>
          <p:nvPr/>
        </p:nvSpPr>
        <p:spPr>
          <a:xfrm>
            <a:off x="3861271" y="3924300"/>
            <a:ext cx="76200" cy="1214438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61"/>
          <p:cNvSpPr/>
          <p:nvPr/>
        </p:nvSpPr>
        <p:spPr>
          <a:xfrm>
            <a:off x="3194521" y="3924300"/>
            <a:ext cx="76200" cy="1214438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62"/>
          <p:cNvSpPr/>
          <p:nvPr/>
        </p:nvSpPr>
        <p:spPr>
          <a:xfrm>
            <a:off x="2556346" y="3924300"/>
            <a:ext cx="76200" cy="1214438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63"/>
          <p:cNvSpPr/>
          <p:nvPr/>
        </p:nvSpPr>
        <p:spPr>
          <a:xfrm>
            <a:off x="1899121" y="3914775"/>
            <a:ext cx="76200" cy="1223963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64"/>
          <p:cNvSpPr/>
          <p:nvPr/>
        </p:nvSpPr>
        <p:spPr>
          <a:xfrm>
            <a:off x="1256184" y="3924300"/>
            <a:ext cx="76200" cy="12192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9" name="Image 32" descr="preencoded.png">    </p:cNvPr>
          <p:cNvPicPr>
            <a:picLocks noChangeAspect="1"/>
          </p:cNvPicPr>
          <p:nvPr/>
        </p:nvPicPr>
        <p:blipFill>
          <a:blip r:embed="rId33"/>
          <a:srcRect l="0" r="1" t="0" b="0"/>
          <a:stretch/>
        </p:blipFill>
        <p:spPr>
          <a:xfrm>
            <a:off x="718207" y="4085128"/>
            <a:ext cx="393948" cy="427083"/>
          </a:xfrm>
          <a:prstGeom prst="rect">
            <a:avLst/>
          </a:prstGeom>
        </p:spPr>
      </p:pic>
      <p:sp>
        <p:nvSpPr>
          <p:cNvPr id="100" name="Text 65"/>
          <p:cNvSpPr/>
          <p:nvPr/>
        </p:nvSpPr>
        <p:spPr>
          <a:xfrm>
            <a:off x="1726890" y="4719009"/>
            <a:ext cx="125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pic>
        <p:nvPicPr>
          <p:cNvPr id="101" name="Image 33" descr="preencoded.png">    </p:cNvPr>
          <p:cNvPicPr>
            <a:picLocks noChangeAspect="1"/>
          </p:cNvPicPr>
          <p:nvPr/>
        </p:nvPicPr>
        <p:blipFill>
          <a:blip r:embed="rId34"/>
          <a:srcRect l="0" r="1" t="0" b="27975"/>
          <a:stretch/>
        </p:blipFill>
        <p:spPr>
          <a:xfrm>
            <a:off x="1982316" y="4835895"/>
            <a:ext cx="393948" cy="307605"/>
          </a:xfrm>
          <a:prstGeom prst="rect">
            <a:avLst/>
          </a:prstGeom>
        </p:spPr>
      </p:pic>
      <p:sp>
        <p:nvSpPr>
          <p:cNvPr id="102" name="Text 66"/>
          <p:cNvSpPr/>
          <p:nvPr/>
        </p:nvSpPr>
        <p:spPr>
          <a:xfrm>
            <a:off x="2363279" y="4719009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pic>
        <p:nvPicPr>
          <p:cNvPr id="103" name="Image 34" descr="preencoded.png">    </p:cNvPr>
          <p:cNvPicPr>
            <a:picLocks noChangeAspect="1"/>
          </p:cNvPicPr>
          <p:nvPr/>
        </p:nvPicPr>
        <p:blipFill>
          <a:blip r:embed="rId35"/>
          <a:srcRect l="0" r="1" t="0" b="27975"/>
          <a:stretch/>
        </p:blipFill>
        <p:spPr>
          <a:xfrm>
            <a:off x="2640341" y="4835895"/>
            <a:ext cx="393948" cy="307605"/>
          </a:xfrm>
          <a:prstGeom prst="rect">
            <a:avLst/>
          </a:prstGeom>
        </p:spPr>
      </p:pic>
      <p:sp>
        <p:nvSpPr>
          <p:cNvPr id="104" name="Text 67"/>
          <p:cNvSpPr/>
          <p:nvPr/>
        </p:nvSpPr>
        <p:spPr>
          <a:xfrm>
            <a:off x="3016969" y="4719009"/>
            <a:ext cx="1385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105" name="Image 35" descr="preencoded.png">    </p:cNvPr>
          <p:cNvPicPr>
            <a:picLocks noChangeAspect="1"/>
          </p:cNvPicPr>
          <p:nvPr/>
        </p:nvPicPr>
        <p:blipFill>
          <a:blip r:embed="rId36"/>
          <a:srcRect l="0" r="1" t="0" b="27975"/>
          <a:stretch/>
        </p:blipFill>
        <p:spPr>
          <a:xfrm>
            <a:off x="3324337" y="4835895"/>
            <a:ext cx="393948" cy="307605"/>
          </a:xfrm>
          <a:prstGeom prst="rect">
            <a:avLst/>
          </a:prstGeom>
        </p:spPr>
      </p:pic>
      <p:sp>
        <p:nvSpPr>
          <p:cNvPr id="106" name="Text 68"/>
          <p:cNvSpPr/>
          <p:nvPr/>
        </p:nvSpPr>
        <p:spPr>
          <a:xfrm>
            <a:off x="3705299" y="4719009"/>
            <a:ext cx="1298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pic>
        <p:nvPicPr>
          <p:cNvPr id="107" name="Image 36" descr="preencoded.png">    </p:cNvPr>
          <p:cNvPicPr>
            <a:picLocks noChangeAspect="1"/>
          </p:cNvPicPr>
          <p:nvPr/>
        </p:nvPicPr>
        <p:blipFill>
          <a:blip r:embed="rId37"/>
          <a:srcRect l="0" r="1" t="0" b="27975"/>
          <a:stretch/>
        </p:blipFill>
        <p:spPr>
          <a:xfrm>
            <a:off x="3943406" y="4835895"/>
            <a:ext cx="393948" cy="307605"/>
          </a:xfrm>
          <a:prstGeom prst="rect">
            <a:avLst/>
          </a:prstGeom>
        </p:spPr>
      </p:pic>
      <p:sp>
        <p:nvSpPr>
          <p:cNvPr id="108" name="Text 69"/>
          <p:cNvSpPr/>
          <p:nvPr/>
        </p:nvSpPr>
        <p:spPr>
          <a:xfrm>
            <a:off x="4324369" y="4719009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pic>
        <p:nvPicPr>
          <p:cNvPr id="109" name="Image 37" descr="preencoded.png">    </p:cNvPr>
          <p:cNvPicPr>
            <a:picLocks noChangeAspect="1"/>
          </p:cNvPicPr>
          <p:nvPr/>
        </p:nvPicPr>
        <p:blipFill>
          <a:blip r:embed="rId38"/>
          <a:srcRect l="0" r="1" t="0" b="27975"/>
          <a:stretch/>
        </p:blipFill>
        <p:spPr>
          <a:xfrm>
            <a:off x="718207" y="4835895"/>
            <a:ext cx="393948" cy="307605"/>
          </a:xfrm>
          <a:prstGeom prst="rect">
            <a:avLst/>
          </a:prstGeom>
        </p:spPr>
      </p:pic>
      <p:sp>
        <p:nvSpPr>
          <p:cNvPr id="110" name="Text 70"/>
          <p:cNvSpPr/>
          <p:nvPr/>
        </p:nvSpPr>
        <p:spPr>
          <a:xfrm>
            <a:off x="1116490" y="4719009"/>
            <a:ext cx="995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sp>
        <p:nvSpPr>
          <p:cNvPr id="111" name="Text 71"/>
          <p:cNvSpPr/>
          <p:nvPr/>
        </p:nvSpPr>
        <p:spPr>
          <a:xfrm>
            <a:off x="1717365" y="3961772"/>
            <a:ext cx="125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sp>
        <p:nvSpPr>
          <p:cNvPr id="112" name="Text 72"/>
          <p:cNvSpPr/>
          <p:nvPr/>
        </p:nvSpPr>
        <p:spPr>
          <a:xfrm>
            <a:off x="2353754" y="3961772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sp>
        <p:nvSpPr>
          <p:cNvPr id="113" name="Text 73"/>
          <p:cNvSpPr/>
          <p:nvPr/>
        </p:nvSpPr>
        <p:spPr>
          <a:xfrm>
            <a:off x="3695774" y="3961772"/>
            <a:ext cx="1298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sp>
        <p:nvSpPr>
          <p:cNvPr id="114" name="Text 74"/>
          <p:cNvSpPr/>
          <p:nvPr/>
        </p:nvSpPr>
        <p:spPr>
          <a:xfrm>
            <a:off x="4314844" y="3961772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sp>
        <p:nvSpPr>
          <p:cNvPr id="115" name="Text 75"/>
          <p:cNvSpPr/>
          <p:nvPr/>
        </p:nvSpPr>
        <p:spPr>
          <a:xfrm>
            <a:off x="1106965" y="3961772"/>
            <a:ext cx="995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sp>
        <p:nvSpPr>
          <p:cNvPr id="116" name="Text 76"/>
          <p:cNvSpPr/>
          <p:nvPr/>
        </p:nvSpPr>
        <p:spPr>
          <a:xfrm>
            <a:off x="637059" y="3924300"/>
            <a:ext cx="76200" cy="1214438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Text 77"/>
          <p:cNvSpPr/>
          <p:nvPr/>
        </p:nvSpPr>
        <p:spPr>
          <a:xfrm>
            <a:off x="4474778" y="3890962"/>
            <a:ext cx="87697" cy="1371600"/>
          </a:xfrm>
          <a:prstGeom prst="rect">
            <a:avLst/>
          </a:prstGeom>
          <a:solidFill>
            <a:srgbClr val="A1A1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8" name="Image 38" descr="preencoded.png">    </p:cNvPr>
          <p:cNvPicPr>
            <a:picLocks noChangeAspect="1"/>
          </p:cNvPicPr>
          <p:nvPr/>
        </p:nvPicPr>
        <p:blipFill>
          <a:blip r:embed="rId39"/>
          <a:srcRect l="0" r="1" t="0" b="0"/>
          <a:stretch/>
        </p:blipFill>
        <p:spPr>
          <a:xfrm>
            <a:off x="2640341" y="4085128"/>
            <a:ext cx="393948" cy="427083"/>
          </a:xfrm>
          <a:prstGeom prst="rect">
            <a:avLst/>
          </a:prstGeom>
        </p:spPr>
      </p:pic>
      <p:sp>
        <p:nvSpPr>
          <p:cNvPr id="119" name="Text 78"/>
          <p:cNvSpPr/>
          <p:nvPr/>
        </p:nvSpPr>
        <p:spPr>
          <a:xfrm>
            <a:off x="3007444" y="3961772"/>
            <a:ext cx="1385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120" name="Image 39" descr="preencoded.png">    </p:cNvPr>
          <p:cNvPicPr>
            <a:picLocks noChangeAspect="1"/>
          </p:cNvPicPr>
          <p:nvPr/>
        </p:nvPicPr>
        <p:blipFill>
          <a:blip r:embed="rId40"/>
          <a:srcRect l="0" r="1" t="0" b="0"/>
          <a:stretch/>
        </p:blipFill>
        <p:spPr>
          <a:xfrm>
            <a:off x="3324337" y="4085128"/>
            <a:ext cx="393948" cy="427083"/>
          </a:xfrm>
          <a:prstGeom prst="rect">
            <a:avLst/>
          </a:prstGeom>
        </p:spPr>
      </p:pic>
      <p:pic>
        <p:nvPicPr>
          <p:cNvPr id="121" name="Image 40" descr="preencoded.png">    </p:cNvPr>
          <p:cNvPicPr>
            <a:picLocks noChangeAspect="1"/>
          </p:cNvPicPr>
          <p:nvPr/>
        </p:nvPicPr>
        <p:blipFill>
          <a:blip r:embed="rId41"/>
          <a:srcRect l="0" r="1" t="0" b="27975"/>
          <a:stretch/>
        </p:blipFill>
        <p:spPr>
          <a:xfrm>
            <a:off x="1341593" y="4835895"/>
            <a:ext cx="393948" cy="307605"/>
          </a:xfrm>
          <a:prstGeom prst="rect">
            <a:avLst/>
          </a:prstGeom>
        </p:spPr>
      </p:pic>
      <p:sp>
        <p:nvSpPr>
          <p:cNvPr id="122" name="Text 79"/>
          <p:cNvSpPr/>
          <p:nvPr/>
        </p:nvSpPr>
        <p:spPr>
          <a:xfrm>
            <a:off x="2838450" y="747713"/>
            <a:ext cx="1724025" cy="409575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Vaga:</a:t>
            </a:r>
            <a:endParaRPr lang="en-US" dirty="0"/>
          </a:p>
        </p:txBody>
      </p:sp>
      <p:sp>
        <p:nvSpPr>
          <p:cNvPr id="123" name="Text 80"/>
          <p:cNvSpPr/>
          <p:nvPr/>
        </p:nvSpPr>
        <p:spPr>
          <a:xfrm>
            <a:off x="47625" y="738188"/>
            <a:ext cx="2433638" cy="409575"/>
          </a:xfrm>
          <a:prstGeom prst="rect">
            <a:avLst/>
          </a:prstGeom>
          <a:solidFill>
            <a:srgbClr val="47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Selecionar VAGA</a:t>
            </a:r>
            <a:endParaRPr lang="en-US" dirty="0"/>
          </a:p>
        </p:txBody>
      </p:sp>
      <p:sp>
        <p:nvSpPr>
          <p:cNvPr id="124" name="Text 81"/>
          <p:cNvSpPr/>
          <p:nvPr/>
        </p:nvSpPr>
        <p:spPr>
          <a:xfrm rot="-10784534">
            <a:off x="114704" y="853139"/>
            <a:ext cx="290036" cy="180963"/>
          </a:xfrm>
          <a:prstGeom prst="triangle">
            <a:avLst/>
          </a:prstGeom>
          <a:solidFill>
            <a:srgbClr val="FFFFFF"/>
          </a:solidFill>
          <a:ln w="31671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Text 82"/>
          <p:cNvSpPr/>
          <p:nvPr/>
        </p:nvSpPr>
        <p:spPr>
          <a:xfrm>
            <a:off x="4772025" y="1924050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ÚLTIMA SEMANA: </a:t>
            </a:r>
            <a:pPr algn="l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198F51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727" dirty="0"/>
          </a:p>
        </p:txBody>
      </p:sp>
      <p:sp>
        <p:nvSpPr>
          <p:cNvPr id="126" name="Text 83"/>
          <p:cNvSpPr/>
          <p:nvPr/>
        </p:nvSpPr>
        <p:spPr>
          <a:xfrm>
            <a:off x="4772025" y="1590675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HOJE: </a:t>
            </a:r>
            <a:pPr algn="l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198F51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727" dirty="0"/>
          </a:p>
        </p:txBody>
      </p:sp>
      <p:sp>
        <p:nvSpPr>
          <p:cNvPr id="127" name="Text 84"/>
          <p:cNvSpPr/>
          <p:nvPr/>
        </p:nvSpPr>
        <p:spPr>
          <a:xfrm>
            <a:off x="4772025" y="2266950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ÚLTIMO MÊS: </a:t>
            </a:r>
            <a:pPr algn="l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198F51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</a:t>
            </a:r>
            <a:endParaRPr lang="en-US" sz="1727" dirty="0"/>
          </a:p>
        </p:txBody>
      </p:sp>
      <p:sp>
        <p:nvSpPr>
          <p:cNvPr id="128" name="Text 85"/>
          <p:cNvSpPr/>
          <p:nvPr/>
        </p:nvSpPr>
        <p:spPr>
          <a:xfrm>
            <a:off x="4410075" y="2781300"/>
            <a:ext cx="4876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46"/>
              </a:lnSpc>
              <a:buNone/>
            </a:pPr>
            <a:r>
              <a:rPr lang="en-US" sz="1247" b="1" spc="-2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Vagas mais usadas este mês:</a:t>
            </a:r>
            <a:endParaRPr lang="en-US" sz="1247" dirty="0"/>
          </a:p>
        </p:txBody>
      </p:sp>
      <p:sp>
        <p:nvSpPr>
          <p:cNvPr id="129" name="Text 86"/>
          <p:cNvSpPr/>
          <p:nvPr/>
        </p:nvSpPr>
        <p:spPr>
          <a:xfrm>
            <a:off x="4776788" y="895350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QUANTIA DE USO:</a:t>
            </a:r>
            <a:endParaRPr lang="en-US" sz="1727" dirty="0"/>
          </a:p>
        </p:txBody>
      </p:sp>
      <p:sp>
        <p:nvSpPr>
          <p:cNvPr id="130" name="Text 87"/>
          <p:cNvSpPr/>
          <p:nvPr/>
        </p:nvSpPr>
        <p:spPr>
          <a:xfrm>
            <a:off x="9009794" y="748371"/>
            <a:ext cx="86581" cy="4380242"/>
          </a:xfrm>
          <a:prstGeom prst="rect">
            <a:avLst/>
          </a:prstGeom>
          <a:solidFill>
            <a:srgbClr val="A1A1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1" name="Text 88"/>
          <p:cNvSpPr/>
          <p:nvPr/>
        </p:nvSpPr>
        <p:spPr>
          <a:xfrm>
            <a:off x="9014557" y="744830"/>
            <a:ext cx="86581" cy="327997"/>
          </a:xfrm>
          <a:prstGeom prst="rect">
            <a:avLst/>
          </a:prstGeom>
          <a:solidFill>
            <a:srgbClr val="565656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2" name="Image 41" descr="preencoded.png">    </p:cNvPr>
          <p:cNvPicPr>
            <a:picLocks noChangeAspect="1"/>
          </p:cNvPicPr>
          <p:nvPr/>
        </p:nvPicPr>
        <p:blipFill>
          <a:blip r:embed="rId42"/>
          <a:srcRect l="0" r="1" t="0" b="0"/>
          <a:stretch/>
        </p:blipFill>
        <p:spPr>
          <a:xfrm>
            <a:off x="6847675" y="3228975"/>
            <a:ext cx="767562" cy="1163738"/>
          </a:xfrm>
          <a:prstGeom prst="rect">
            <a:avLst/>
          </a:prstGeom>
        </p:spPr>
      </p:pic>
      <p:pic>
        <p:nvPicPr>
          <p:cNvPr id="133" name="Image 42" descr="preencoded.png">    </p:cNvPr>
          <p:cNvPicPr>
            <a:picLocks noChangeAspect="1"/>
          </p:cNvPicPr>
          <p:nvPr/>
        </p:nvPicPr>
        <p:blipFill>
          <a:blip r:embed="rId43"/>
          <a:srcRect l="0" r="0" t="0" b="0"/>
          <a:stretch/>
        </p:blipFill>
        <p:spPr>
          <a:xfrm>
            <a:off x="6396503" y="3228975"/>
            <a:ext cx="451172" cy="732932"/>
          </a:xfrm>
          <a:prstGeom prst="rect">
            <a:avLst/>
          </a:prstGeom>
        </p:spPr>
      </p:pic>
      <p:pic>
        <p:nvPicPr>
          <p:cNvPr id="134" name="Image 43" descr="preencoded.png">    </p:cNvPr>
          <p:cNvPicPr>
            <a:picLocks noChangeAspect="1"/>
          </p:cNvPicPr>
          <p:nvPr/>
        </p:nvPicPr>
        <p:blipFill>
          <a:blip r:embed="rId44"/>
          <a:srcRect l="0" r="0" t="0" b="0"/>
          <a:stretch/>
        </p:blipFill>
        <p:spPr>
          <a:xfrm>
            <a:off x="6080057" y="3735419"/>
            <a:ext cx="767618" cy="819443"/>
          </a:xfrm>
          <a:prstGeom prst="rect">
            <a:avLst/>
          </a:prstGeom>
        </p:spPr>
      </p:pic>
      <p:pic>
        <p:nvPicPr>
          <p:cNvPr id="135" name="Image 44" descr="preencoded.png">    </p:cNvPr>
          <p:cNvPicPr>
            <a:picLocks noChangeAspect="1"/>
          </p:cNvPicPr>
          <p:nvPr/>
        </p:nvPicPr>
        <p:blipFill>
          <a:blip r:embed="rId45"/>
          <a:srcRect l="0" r="0" t="0" b="0"/>
          <a:stretch/>
        </p:blipFill>
        <p:spPr>
          <a:xfrm>
            <a:off x="6396503" y="3961906"/>
            <a:ext cx="1072139" cy="732935"/>
          </a:xfrm>
          <a:prstGeom prst="rect">
            <a:avLst/>
          </a:prstGeom>
        </p:spPr>
      </p:pic>
      <p:pic>
        <p:nvPicPr>
          <p:cNvPr id="136" name="Image 45" descr="preencoded.png">    </p:cNvPr>
          <p:cNvPicPr>
            <a:picLocks noChangeAspect="1"/>
          </p:cNvPicPr>
          <p:nvPr/>
        </p:nvPicPr>
        <p:blipFill>
          <a:blip r:embed="rId46"/>
          <a:srcRect l="0" r="0" t="0" b="0"/>
          <a:stretch/>
        </p:blipFill>
        <p:spPr>
          <a:xfrm>
            <a:off x="6117673" y="3368953"/>
            <a:ext cx="730002" cy="592955"/>
          </a:xfrm>
          <a:prstGeom prst="rect">
            <a:avLst/>
          </a:prstGeom>
        </p:spPr>
      </p:pic>
      <p:sp>
        <p:nvSpPr>
          <p:cNvPr id="137" name="Text 89"/>
          <p:cNvSpPr/>
          <p:nvPr/>
        </p:nvSpPr>
        <p:spPr>
          <a:xfrm>
            <a:off x="6338888" y="3552825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83" dirty="0"/>
          </a:p>
        </p:txBody>
      </p:sp>
      <p:sp>
        <p:nvSpPr>
          <p:cNvPr id="138" name="Text 90"/>
          <p:cNvSpPr/>
          <p:nvPr/>
        </p:nvSpPr>
        <p:spPr>
          <a:xfrm>
            <a:off x="6653213" y="4071938"/>
            <a:ext cx="195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83" dirty="0"/>
          </a:p>
        </p:txBody>
      </p:sp>
      <p:sp>
        <p:nvSpPr>
          <p:cNvPr id="139" name="Text 91"/>
          <p:cNvSpPr/>
          <p:nvPr/>
        </p:nvSpPr>
        <p:spPr>
          <a:xfrm>
            <a:off x="7129463" y="3529013"/>
            <a:ext cx="195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8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09613"/>
            <a:ext cx="9144000" cy="4471988"/>
          </a:xfrm>
          <a:prstGeom prst="rect">
            <a:avLst/>
          </a:prstGeom>
          <a:solidFill>
            <a:srgbClr val="FFFFFF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62568" y="2557463"/>
            <a:ext cx="4447997" cy="2586038"/>
          </a:xfrm>
          <a:prstGeom prst="roundRect">
            <a:avLst>
              <a:gd name="adj" fmla="val 2475"/>
            </a:avLst>
          </a:prstGeom>
          <a:solidFill>
            <a:srgbClr val="FFFFFF"/>
          </a:solidFill>
          <a:ln w="31671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62475" y="3371850"/>
            <a:ext cx="4495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Código:12345        Entrada:13:00              Saída: 18:40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62475" y="4352925"/>
            <a:ext cx="4495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Código:79807        Entrada:11:00              Saída: 21:12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50260" y="2702430"/>
            <a:ext cx="1013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18/06/2026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4562475" y="3057525"/>
            <a:ext cx="4457700" cy="361950"/>
          </a:xfrm>
          <a:prstGeom prst="rect">
            <a:avLst/>
          </a:prstGeom>
          <a:solidFill>
            <a:srgbClr val="FFFFFF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Código:12345        Entrada:12:00              Saída:17:00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62475" y="3695700"/>
            <a:ext cx="4533900" cy="700088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17/06/2026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10" name="Text 8"/>
          <p:cNvSpPr/>
          <p:nvPr/>
        </p:nvSpPr>
        <p:spPr>
          <a:xfrm>
            <a:off x="2643188" y="2266950"/>
            <a:ext cx="563580" cy="560263"/>
          </a:xfrm>
          <a:prstGeom prst="rect">
            <a:avLst/>
          </a:prstGeom>
          <a:solidFill>
            <a:srgbClr val="198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4478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1" t="0" b="0"/>
          <a:stretch/>
        </p:blipFill>
        <p:spPr>
          <a:xfrm>
            <a:off x="2480640" y="33051"/>
            <a:ext cx="400664" cy="391998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38" y="0"/>
            <a:ext cx="538981" cy="45762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39025" y="85725"/>
            <a:ext cx="15525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GERENTE</a:t>
            </a:r>
            <a:endParaRPr lang="en-US" sz="1425" dirty="0"/>
          </a:p>
        </p:txBody>
      </p:sp>
      <p:sp>
        <p:nvSpPr>
          <p:cNvPr id="15" name="Text 11"/>
          <p:cNvSpPr/>
          <p:nvPr/>
        </p:nvSpPr>
        <p:spPr>
          <a:xfrm>
            <a:off x="3776662" y="71438"/>
            <a:ext cx="1995487" cy="595313"/>
          </a:xfrm>
          <a:prstGeom prst="roundRect">
            <a:avLst>
              <a:gd name="adj" fmla="val 10752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829050" y="171450"/>
            <a:ext cx="188595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86"/>
              </a:lnSpc>
              <a:buNone/>
            </a:pPr>
            <a:r>
              <a:rPr lang="en-US" sz="1959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Estatísticas</a:t>
            </a:r>
            <a:endParaRPr lang="en-US" sz="1959" dirty="0"/>
          </a:p>
        </p:txBody>
      </p:sp>
      <p:sp>
        <p:nvSpPr>
          <p:cNvPr id="17" name="Text 13"/>
          <p:cNvSpPr/>
          <p:nvPr/>
        </p:nvSpPr>
        <p:spPr>
          <a:xfrm>
            <a:off x="42863" y="3123749"/>
            <a:ext cx="4519613" cy="386622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2863" y="1990855"/>
            <a:ext cx="4519613" cy="386622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2863" y="1150176"/>
            <a:ext cx="4519613" cy="2796269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2863" y="1150176"/>
            <a:ext cx="4519613" cy="2796269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2863" y="1150176"/>
            <a:ext cx="4519613" cy="2796269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1" t="0" b="0"/>
          <a:stretch/>
        </p:blipFill>
        <p:spPr>
          <a:xfrm>
            <a:off x="1341593" y="1289540"/>
            <a:ext cx="393948" cy="427083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1" t="0" b="0"/>
          <a:stretch/>
        </p:blipFill>
        <p:spPr>
          <a:xfrm>
            <a:off x="1982316" y="1289540"/>
            <a:ext cx="393948" cy="427083"/>
          </a:xfrm>
          <a:prstGeom prst="rect">
            <a:avLst/>
          </a:prstGeom>
        </p:spPr>
      </p:pic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1" t="0" b="0"/>
          <a:stretch/>
        </p:blipFill>
        <p:spPr>
          <a:xfrm>
            <a:off x="3943406" y="1289540"/>
            <a:ext cx="393948" cy="42708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9443" y="1060264"/>
            <a:ext cx="42858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4703" dirty="0"/>
          </a:p>
        </p:txBody>
      </p:sp>
      <p:sp>
        <p:nvSpPr>
          <p:cNvPr id="26" name="Text 19"/>
          <p:cNvSpPr/>
          <p:nvPr/>
        </p:nvSpPr>
        <p:spPr>
          <a:xfrm>
            <a:off x="151098" y="1743597"/>
            <a:ext cx="38096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4703" dirty="0"/>
          </a:p>
        </p:txBody>
      </p:sp>
      <p:sp>
        <p:nvSpPr>
          <p:cNvPr id="27" name="Text 20"/>
          <p:cNvSpPr/>
          <p:nvPr/>
        </p:nvSpPr>
        <p:spPr>
          <a:xfrm>
            <a:off x="129443" y="2516842"/>
            <a:ext cx="43291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4703" dirty="0"/>
          </a:p>
        </p:txBody>
      </p:sp>
      <p:sp>
        <p:nvSpPr>
          <p:cNvPr id="28" name="Text 21"/>
          <p:cNvSpPr/>
          <p:nvPr/>
        </p:nvSpPr>
        <p:spPr>
          <a:xfrm>
            <a:off x="151098" y="3276600"/>
            <a:ext cx="41992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4703" dirty="0"/>
          </a:p>
        </p:txBody>
      </p:sp>
      <p:sp>
        <p:nvSpPr>
          <p:cNvPr id="29" name="Text 22"/>
          <p:cNvSpPr/>
          <p:nvPr/>
        </p:nvSpPr>
        <p:spPr>
          <a:xfrm>
            <a:off x="42863" y="1640198"/>
            <a:ext cx="27143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Código do Cliente:</a:t>
            </a:r>
            <a:endParaRPr lang="en-US" sz="2138" dirty="0"/>
          </a:p>
        </p:txBody>
      </p:sp>
      <p:sp>
        <p:nvSpPr>
          <p:cNvPr id="30" name="Text 23"/>
          <p:cNvSpPr/>
          <p:nvPr/>
        </p:nvSpPr>
        <p:spPr>
          <a:xfrm>
            <a:off x="51513" y="3294582"/>
            <a:ext cx="4510954" cy="762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42863" y="2485372"/>
            <a:ext cx="4515283" cy="762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42863" y="1730110"/>
            <a:ext cx="4515283" cy="762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3861160" y="1168159"/>
            <a:ext cx="76200" cy="2778287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3194465" y="1168159"/>
            <a:ext cx="76200" cy="2778287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2558095" y="1168159"/>
            <a:ext cx="76200" cy="2778287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1900051" y="1150176"/>
            <a:ext cx="76200" cy="2800765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1259346" y="1168159"/>
            <a:ext cx="76200" cy="2791774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rcRect l="0" r="1" t="0" b="0"/>
          <a:stretch/>
        </p:blipFill>
        <p:spPr>
          <a:xfrm>
            <a:off x="718207" y="1289540"/>
            <a:ext cx="393948" cy="427083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726890" y="1923421"/>
            <a:ext cx="125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rcRect l="0" r="1" t="0" b="0"/>
          <a:stretch/>
        </p:blipFill>
        <p:spPr>
          <a:xfrm>
            <a:off x="1982316" y="2040307"/>
            <a:ext cx="393948" cy="427083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2363279" y="1923421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rcRect l="0" r="1" t="0" b="0"/>
          <a:stretch/>
        </p:blipFill>
        <p:spPr>
          <a:xfrm>
            <a:off x="2640341" y="2040307"/>
            <a:ext cx="393948" cy="427083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016969" y="1923421"/>
            <a:ext cx="1385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rcRect l="0" r="1" t="0" b="0"/>
          <a:stretch/>
        </p:blipFill>
        <p:spPr>
          <a:xfrm>
            <a:off x="3324337" y="2040307"/>
            <a:ext cx="393948" cy="427083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3705299" y="1923421"/>
            <a:ext cx="1298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rcRect l="0" r="1" t="0" b="0"/>
          <a:stretch/>
        </p:blipFill>
        <p:spPr>
          <a:xfrm>
            <a:off x="3943406" y="2040307"/>
            <a:ext cx="393948" cy="427083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4324369" y="1923421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rcRect l="0" r="1" t="0" b="0"/>
          <a:stretch/>
        </p:blipFill>
        <p:spPr>
          <a:xfrm>
            <a:off x="718207" y="2040307"/>
            <a:ext cx="393948" cy="427083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1116490" y="1923421"/>
            <a:ext cx="995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sp>
        <p:nvSpPr>
          <p:cNvPr id="50" name="Text 37"/>
          <p:cNvSpPr/>
          <p:nvPr/>
        </p:nvSpPr>
        <p:spPr>
          <a:xfrm>
            <a:off x="1717365" y="1166184"/>
            <a:ext cx="125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sp>
        <p:nvSpPr>
          <p:cNvPr id="51" name="Text 38"/>
          <p:cNvSpPr/>
          <p:nvPr/>
        </p:nvSpPr>
        <p:spPr>
          <a:xfrm>
            <a:off x="2353754" y="1166184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sp>
        <p:nvSpPr>
          <p:cNvPr id="52" name="Text 39"/>
          <p:cNvSpPr/>
          <p:nvPr/>
        </p:nvSpPr>
        <p:spPr>
          <a:xfrm>
            <a:off x="3695774" y="1166184"/>
            <a:ext cx="1298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sp>
        <p:nvSpPr>
          <p:cNvPr id="53" name="Text 40"/>
          <p:cNvSpPr/>
          <p:nvPr/>
        </p:nvSpPr>
        <p:spPr>
          <a:xfrm>
            <a:off x="4314844" y="1166184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sp>
        <p:nvSpPr>
          <p:cNvPr id="54" name="Text 41"/>
          <p:cNvSpPr/>
          <p:nvPr/>
        </p:nvSpPr>
        <p:spPr>
          <a:xfrm>
            <a:off x="1106965" y="1166184"/>
            <a:ext cx="995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sp>
        <p:nvSpPr>
          <p:cNvPr id="55" name="Text 42"/>
          <p:cNvSpPr/>
          <p:nvPr/>
        </p:nvSpPr>
        <p:spPr>
          <a:xfrm>
            <a:off x="1726890" y="2732631"/>
            <a:ext cx="125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rcRect l="0" r="1" t="0" b="0"/>
          <a:stretch/>
        </p:blipFill>
        <p:spPr>
          <a:xfrm>
            <a:off x="1982316" y="2849517"/>
            <a:ext cx="393948" cy="427083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2363279" y="2732631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sp>
        <p:nvSpPr>
          <p:cNvPr id="58" name="Text 44"/>
          <p:cNvSpPr/>
          <p:nvPr/>
        </p:nvSpPr>
        <p:spPr>
          <a:xfrm>
            <a:off x="3016969" y="2732631"/>
            <a:ext cx="1385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rcRect l="0" r="1" t="0" b="0"/>
          <a:stretch/>
        </p:blipFill>
        <p:spPr>
          <a:xfrm>
            <a:off x="3324337" y="2849517"/>
            <a:ext cx="393948" cy="427083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3705299" y="2732631"/>
            <a:ext cx="1298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14"/>
          <a:srcRect l="0" r="1" t="0" b="0"/>
          <a:stretch/>
        </p:blipFill>
        <p:spPr>
          <a:xfrm>
            <a:off x="3943406" y="2849517"/>
            <a:ext cx="393948" cy="427083"/>
          </a:xfrm>
          <a:prstGeom prst="rect">
            <a:avLst/>
          </a:prstGeom>
        </p:spPr>
      </p:pic>
      <p:sp>
        <p:nvSpPr>
          <p:cNvPr id="62" name="Text 46"/>
          <p:cNvSpPr/>
          <p:nvPr/>
        </p:nvSpPr>
        <p:spPr>
          <a:xfrm>
            <a:off x="4324369" y="2732631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pic>
        <p:nvPicPr>
          <p:cNvPr id="63" name="Image 14" descr="preencoded.png">    </p:cNvPr>
          <p:cNvPicPr>
            <a:picLocks noChangeAspect="1"/>
          </p:cNvPicPr>
          <p:nvPr/>
        </p:nvPicPr>
        <p:blipFill>
          <a:blip r:embed="rId15"/>
          <a:srcRect l="0" r="1" t="0" b="0"/>
          <a:stretch/>
        </p:blipFill>
        <p:spPr>
          <a:xfrm>
            <a:off x="718207" y="2849517"/>
            <a:ext cx="393948" cy="427083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1116490" y="2732631"/>
            <a:ext cx="995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pic>
        <p:nvPicPr>
          <p:cNvPr id="65" name="Image 15" descr="preencoded.png">    </p:cNvPr>
          <p:cNvPicPr>
            <a:picLocks noChangeAspect="1"/>
          </p:cNvPicPr>
          <p:nvPr/>
        </p:nvPicPr>
        <p:blipFill>
          <a:blip r:embed="rId16"/>
          <a:srcRect l="0" r="1" t="0" b="0"/>
          <a:stretch/>
        </p:blipFill>
        <p:spPr>
          <a:xfrm>
            <a:off x="1341593" y="3465415"/>
            <a:ext cx="393948" cy="427083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726890" y="3348529"/>
            <a:ext cx="125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pic>
        <p:nvPicPr>
          <p:cNvPr id="67" name="Image 16" descr="preencoded.png">    </p:cNvPr>
          <p:cNvPicPr>
            <a:picLocks noChangeAspect="1"/>
          </p:cNvPicPr>
          <p:nvPr/>
        </p:nvPicPr>
        <p:blipFill>
          <a:blip r:embed="rId17"/>
          <a:srcRect l="0" r="1" t="0" b="0"/>
          <a:stretch/>
        </p:blipFill>
        <p:spPr>
          <a:xfrm>
            <a:off x="1982316" y="3465415"/>
            <a:ext cx="393948" cy="427083"/>
          </a:xfrm>
          <a:prstGeom prst="rect">
            <a:avLst/>
          </a:prstGeom>
        </p:spPr>
      </p:pic>
      <p:sp>
        <p:nvSpPr>
          <p:cNvPr id="68" name="Text 49"/>
          <p:cNvSpPr/>
          <p:nvPr/>
        </p:nvSpPr>
        <p:spPr>
          <a:xfrm>
            <a:off x="2363279" y="3348529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pic>
        <p:nvPicPr>
          <p:cNvPr id="69" name="Image 17" descr="preencoded.png">    </p:cNvPr>
          <p:cNvPicPr>
            <a:picLocks noChangeAspect="1"/>
          </p:cNvPicPr>
          <p:nvPr/>
        </p:nvPicPr>
        <p:blipFill>
          <a:blip r:embed="rId18"/>
          <a:srcRect l="0" r="1" t="0" b="0"/>
          <a:stretch/>
        </p:blipFill>
        <p:spPr>
          <a:xfrm>
            <a:off x="2640341" y="3465415"/>
            <a:ext cx="393948" cy="427083"/>
          </a:xfrm>
          <a:prstGeom prst="rect">
            <a:avLst/>
          </a:prstGeom>
        </p:spPr>
      </p:pic>
      <p:sp>
        <p:nvSpPr>
          <p:cNvPr id="70" name="Text 50"/>
          <p:cNvSpPr/>
          <p:nvPr/>
        </p:nvSpPr>
        <p:spPr>
          <a:xfrm>
            <a:off x="3016969" y="3348529"/>
            <a:ext cx="1385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71" name="Image 18" descr="preencoded.png">    </p:cNvPr>
          <p:cNvPicPr>
            <a:picLocks noChangeAspect="1"/>
          </p:cNvPicPr>
          <p:nvPr/>
        </p:nvPicPr>
        <p:blipFill>
          <a:blip r:embed="rId19"/>
          <a:srcRect l="0" r="1" t="0" b="0"/>
          <a:stretch/>
        </p:blipFill>
        <p:spPr>
          <a:xfrm>
            <a:off x="3324337" y="3465415"/>
            <a:ext cx="393948" cy="427083"/>
          </a:xfrm>
          <a:prstGeom prst="rect">
            <a:avLst/>
          </a:prstGeom>
        </p:spPr>
      </p:pic>
      <p:sp>
        <p:nvSpPr>
          <p:cNvPr id="72" name="Text 51"/>
          <p:cNvSpPr/>
          <p:nvPr/>
        </p:nvSpPr>
        <p:spPr>
          <a:xfrm>
            <a:off x="3705299" y="3348529"/>
            <a:ext cx="1298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sp>
        <p:nvSpPr>
          <p:cNvPr id="73" name="Text 52"/>
          <p:cNvSpPr/>
          <p:nvPr/>
        </p:nvSpPr>
        <p:spPr>
          <a:xfrm>
            <a:off x="4324369" y="3348529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pic>
        <p:nvPicPr>
          <p:cNvPr id="74" name="Image 19" descr="preencoded.png">    </p:cNvPr>
          <p:cNvPicPr>
            <a:picLocks noChangeAspect="1"/>
          </p:cNvPicPr>
          <p:nvPr/>
        </p:nvPicPr>
        <p:blipFill>
          <a:blip r:embed="rId20"/>
          <a:srcRect l="0" r="1" t="0" b="0"/>
          <a:stretch/>
        </p:blipFill>
        <p:spPr>
          <a:xfrm>
            <a:off x="718207" y="3465415"/>
            <a:ext cx="393948" cy="427083"/>
          </a:xfrm>
          <a:prstGeom prst="rect">
            <a:avLst/>
          </a:prstGeom>
        </p:spPr>
      </p:pic>
      <p:sp>
        <p:nvSpPr>
          <p:cNvPr id="75" name="Text 53"/>
          <p:cNvSpPr/>
          <p:nvPr/>
        </p:nvSpPr>
        <p:spPr>
          <a:xfrm>
            <a:off x="1116490" y="3348529"/>
            <a:ext cx="995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sp>
        <p:nvSpPr>
          <p:cNvPr id="76" name="Text 54"/>
          <p:cNvSpPr/>
          <p:nvPr/>
        </p:nvSpPr>
        <p:spPr>
          <a:xfrm>
            <a:off x="635961" y="1168159"/>
            <a:ext cx="76200" cy="2778287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55"/>
          <p:cNvSpPr/>
          <p:nvPr/>
        </p:nvSpPr>
        <p:spPr>
          <a:xfrm>
            <a:off x="4475894" y="1167471"/>
            <a:ext cx="86581" cy="2760992"/>
          </a:xfrm>
          <a:prstGeom prst="rect">
            <a:avLst/>
          </a:prstGeom>
          <a:solidFill>
            <a:srgbClr val="A1A1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56"/>
          <p:cNvSpPr/>
          <p:nvPr/>
        </p:nvSpPr>
        <p:spPr>
          <a:xfrm>
            <a:off x="4475894" y="1159167"/>
            <a:ext cx="86581" cy="327997"/>
          </a:xfrm>
          <a:prstGeom prst="rect">
            <a:avLst/>
          </a:prstGeom>
          <a:solidFill>
            <a:srgbClr val="565656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57"/>
          <p:cNvSpPr/>
          <p:nvPr/>
        </p:nvSpPr>
        <p:spPr>
          <a:xfrm>
            <a:off x="4475894" y="1167471"/>
            <a:ext cx="86581" cy="2760992"/>
          </a:xfrm>
          <a:prstGeom prst="rect">
            <a:avLst/>
          </a:prstGeom>
          <a:solidFill>
            <a:srgbClr val="A1A1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58"/>
          <p:cNvSpPr/>
          <p:nvPr/>
        </p:nvSpPr>
        <p:spPr>
          <a:xfrm>
            <a:off x="4475894" y="1159167"/>
            <a:ext cx="86581" cy="327997"/>
          </a:xfrm>
          <a:prstGeom prst="rect">
            <a:avLst/>
          </a:prstGeom>
          <a:solidFill>
            <a:srgbClr val="565656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59"/>
          <p:cNvSpPr/>
          <p:nvPr/>
        </p:nvSpPr>
        <p:spPr>
          <a:xfrm>
            <a:off x="2633663" y="1152525"/>
            <a:ext cx="561975" cy="614363"/>
          </a:xfrm>
          <a:prstGeom prst="rect">
            <a:avLst/>
          </a:prstGeom>
          <a:solidFill>
            <a:srgbClr val="198F51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2" name="Image 20" descr="preencoded.png">    </p:cNvPr>
          <p:cNvPicPr>
            <a:picLocks noChangeAspect="1"/>
          </p:cNvPicPr>
          <p:nvPr/>
        </p:nvPicPr>
        <p:blipFill>
          <a:blip r:embed="rId21"/>
          <a:srcRect l="0" r="1" t="0" b="0"/>
          <a:stretch/>
        </p:blipFill>
        <p:spPr>
          <a:xfrm>
            <a:off x="2640341" y="1289540"/>
            <a:ext cx="393948" cy="427083"/>
          </a:xfrm>
          <a:prstGeom prst="rect">
            <a:avLst/>
          </a:prstGeom>
        </p:spPr>
      </p:pic>
      <p:sp>
        <p:nvSpPr>
          <p:cNvPr id="83" name="Text 60"/>
          <p:cNvSpPr/>
          <p:nvPr/>
        </p:nvSpPr>
        <p:spPr>
          <a:xfrm>
            <a:off x="3007444" y="1166184"/>
            <a:ext cx="1385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84" name="Image 21" descr="preencoded.png">    </p:cNvPr>
          <p:cNvPicPr>
            <a:picLocks noChangeAspect="1"/>
          </p:cNvPicPr>
          <p:nvPr/>
        </p:nvPicPr>
        <p:blipFill>
          <a:blip r:embed="rId22"/>
          <a:srcRect l="0" r="1" t="0" b="0"/>
          <a:stretch/>
        </p:blipFill>
        <p:spPr>
          <a:xfrm>
            <a:off x="3324337" y="1289540"/>
            <a:ext cx="393948" cy="427083"/>
          </a:xfrm>
          <a:prstGeom prst="rect">
            <a:avLst/>
          </a:prstGeom>
        </p:spPr>
      </p:pic>
      <p:pic>
        <p:nvPicPr>
          <p:cNvPr id="85" name="Image 22" descr="preencoded.png">    </p:cNvPr>
          <p:cNvPicPr>
            <a:picLocks noChangeAspect="1"/>
          </p:cNvPicPr>
          <p:nvPr/>
        </p:nvPicPr>
        <p:blipFill>
          <a:blip r:embed="rId23"/>
          <a:srcRect l="0" r="1" t="0" b="0"/>
          <a:stretch/>
        </p:blipFill>
        <p:spPr>
          <a:xfrm>
            <a:off x="1341593" y="2040307"/>
            <a:ext cx="393948" cy="427083"/>
          </a:xfrm>
          <a:prstGeom prst="rect">
            <a:avLst/>
          </a:prstGeom>
        </p:spPr>
      </p:pic>
      <p:pic>
        <p:nvPicPr>
          <p:cNvPr id="86" name="Image 23" descr="preencoded.png">    </p:cNvPr>
          <p:cNvPicPr>
            <a:picLocks noChangeAspect="1"/>
          </p:cNvPicPr>
          <p:nvPr/>
        </p:nvPicPr>
        <p:blipFill>
          <a:blip r:embed="rId24"/>
          <a:srcRect l="0" r="1" t="0" b="0"/>
          <a:stretch/>
        </p:blipFill>
        <p:spPr>
          <a:xfrm>
            <a:off x="1341593" y="2867499"/>
            <a:ext cx="393948" cy="427083"/>
          </a:xfrm>
          <a:prstGeom prst="rect">
            <a:avLst/>
          </a:prstGeom>
        </p:spPr>
      </p:pic>
      <p:pic>
        <p:nvPicPr>
          <p:cNvPr id="87" name="Image 24" descr="preencoded.png">    </p:cNvPr>
          <p:cNvPicPr>
            <a:picLocks noChangeAspect="1"/>
          </p:cNvPicPr>
          <p:nvPr/>
        </p:nvPicPr>
        <p:blipFill>
          <a:blip r:embed="rId25"/>
          <a:srcRect l="0" r="1" t="0" b="0"/>
          <a:stretch/>
        </p:blipFill>
        <p:spPr>
          <a:xfrm>
            <a:off x="2640341" y="2849517"/>
            <a:ext cx="393948" cy="427083"/>
          </a:xfrm>
          <a:prstGeom prst="rect">
            <a:avLst/>
          </a:prstGeom>
        </p:spPr>
      </p:pic>
      <p:pic>
        <p:nvPicPr>
          <p:cNvPr id="88" name="Image 25" descr="preencoded.png">    </p:cNvPr>
          <p:cNvPicPr>
            <a:picLocks noChangeAspect="1"/>
          </p:cNvPicPr>
          <p:nvPr/>
        </p:nvPicPr>
        <p:blipFill>
          <a:blip r:embed="rId26"/>
          <a:srcRect l="0" r="1" t="0" b="0"/>
          <a:stretch/>
        </p:blipFill>
        <p:spPr>
          <a:xfrm>
            <a:off x="3943406" y="3465415"/>
            <a:ext cx="393948" cy="427083"/>
          </a:xfrm>
          <a:prstGeom prst="rect">
            <a:avLst/>
          </a:prstGeom>
        </p:spPr>
      </p:pic>
      <p:pic>
        <p:nvPicPr>
          <p:cNvPr id="89" name="Image 26" descr="preencoded.png">    </p:cNvPr>
          <p:cNvPicPr>
            <a:picLocks noChangeAspect="1"/>
          </p:cNvPicPr>
          <p:nvPr/>
        </p:nvPicPr>
        <p:blipFill>
          <a:blip r:embed="rId27"/>
          <a:srcRect l="0" r="1" t="0" b="0"/>
          <a:stretch/>
        </p:blipFill>
        <p:spPr>
          <a:xfrm>
            <a:off x="1341593" y="4085128"/>
            <a:ext cx="393948" cy="427083"/>
          </a:xfrm>
          <a:prstGeom prst="rect">
            <a:avLst/>
          </a:prstGeom>
        </p:spPr>
      </p:pic>
      <p:pic>
        <p:nvPicPr>
          <p:cNvPr id="90" name="Image 27" descr="preencoded.png">    </p:cNvPr>
          <p:cNvPicPr>
            <a:picLocks noChangeAspect="1"/>
          </p:cNvPicPr>
          <p:nvPr/>
        </p:nvPicPr>
        <p:blipFill>
          <a:blip r:embed="rId28"/>
          <a:srcRect l="0" r="1" t="0" b="0"/>
          <a:stretch/>
        </p:blipFill>
        <p:spPr>
          <a:xfrm>
            <a:off x="1982316" y="4085128"/>
            <a:ext cx="393948" cy="427083"/>
          </a:xfrm>
          <a:prstGeom prst="rect">
            <a:avLst/>
          </a:prstGeom>
        </p:spPr>
      </p:pic>
      <p:pic>
        <p:nvPicPr>
          <p:cNvPr id="91" name="Image 28" descr="preencoded.png">    </p:cNvPr>
          <p:cNvPicPr>
            <a:picLocks noChangeAspect="1"/>
          </p:cNvPicPr>
          <p:nvPr/>
        </p:nvPicPr>
        <p:blipFill>
          <a:blip r:embed="rId29"/>
          <a:srcRect l="0" r="1" t="0" b="0"/>
          <a:stretch/>
        </p:blipFill>
        <p:spPr>
          <a:xfrm>
            <a:off x="3943406" y="4085128"/>
            <a:ext cx="393948" cy="427083"/>
          </a:xfrm>
          <a:prstGeom prst="rect">
            <a:avLst/>
          </a:prstGeom>
        </p:spPr>
      </p:pic>
      <p:sp>
        <p:nvSpPr>
          <p:cNvPr id="92" name="Text 61"/>
          <p:cNvSpPr/>
          <p:nvPr/>
        </p:nvSpPr>
        <p:spPr>
          <a:xfrm>
            <a:off x="129443" y="3855852"/>
            <a:ext cx="42858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4703" dirty="0"/>
          </a:p>
        </p:txBody>
      </p:sp>
      <p:sp>
        <p:nvSpPr>
          <p:cNvPr id="93" name="Text 62"/>
          <p:cNvSpPr/>
          <p:nvPr/>
        </p:nvSpPr>
        <p:spPr>
          <a:xfrm>
            <a:off x="151098" y="4539185"/>
            <a:ext cx="38096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4703" dirty="0"/>
          </a:p>
        </p:txBody>
      </p:sp>
      <p:sp>
        <p:nvSpPr>
          <p:cNvPr id="94" name="Text 63"/>
          <p:cNvSpPr/>
          <p:nvPr/>
        </p:nvSpPr>
        <p:spPr>
          <a:xfrm>
            <a:off x="42863" y="4525698"/>
            <a:ext cx="4515283" cy="762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64"/>
          <p:cNvSpPr/>
          <p:nvPr/>
        </p:nvSpPr>
        <p:spPr>
          <a:xfrm>
            <a:off x="3861271" y="3924300"/>
            <a:ext cx="76200" cy="1214438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65"/>
          <p:cNvSpPr/>
          <p:nvPr/>
        </p:nvSpPr>
        <p:spPr>
          <a:xfrm>
            <a:off x="3194521" y="3924300"/>
            <a:ext cx="76200" cy="1214438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66"/>
          <p:cNvSpPr/>
          <p:nvPr/>
        </p:nvSpPr>
        <p:spPr>
          <a:xfrm>
            <a:off x="2556346" y="3924300"/>
            <a:ext cx="76200" cy="1214438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67"/>
          <p:cNvSpPr/>
          <p:nvPr/>
        </p:nvSpPr>
        <p:spPr>
          <a:xfrm>
            <a:off x="1899121" y="3914775"/>
            <a:ext cx="76200" cy="1223963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68"/>
          <p:cNvSpPr/>
          <p:nvPr/>
        </p:nvSpPr>
        <p:spPr>
          <a:xfrm>
            <a:off x="1256184" y="3924300"/>
            <a:ext cx="76200" cy="12192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0" name="Image 29" descr="preencoded.png">    </p:cNvPr>
          <p:cNvPicPr>
            <a:picLocks noChangeAspect="1"/>
          </p:cNvPicPr>
          <p:nvPr/>
        </p:nvPicPr>
        <p:blipFill>
          <a:blip r:embed="rId30"/>
          <a:srcRect l="0" r="1" t="0" b="0"/>
          <a:stretch/>
        </p:blipFill>
        <p:spPr>
          <a:xfrm>
            <a:off x="718207" y="4085128"/>
            <a:ext cx="393948" cy="427083"/>
          </a:xfrm>
          <a:prstGeom prst="rect">
            <a:avLst/>
          </a:prstGeom>
        </p:spPr>
      </p:pic>
      <p:sp>
        <p:nvSpPr>
          <p:cNvPr id="101" name="Text 69"/>
          <p:cNvSpPr/>
          <p:nvPr/>
        </p:nvSpPr>
        <p:spPr>
          <a:xfrm>
            <a:off x="1726890" y="4719009"/>
            <a:ext cx="125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pic>
        <p:nvPicPr>
          <p:cNvPr id="102" name="Image 30" descr="preencoded.png">    </p:cNvPr>
          <p:cNvPicPr>
            <a:picLocks noChangeAspect="1"/>
          </p:cNvPicPr>
          <p:nvPr/>
        </p:nvPicPr>
        <p:blipFill>
          <a:blip r:embed="rId31"/>
          <a:srcRect l="0" r="1" t="0" b="27975"/>
          <a:stretch/>
        </p:blipFill>
        <p:spPr>
          <a:xfrm>
            <a:off x="1982316" y="4835895"/>
            <a:ext cx="393948" cy="307605"/>
          </a:xfrm>
          <a:prstGeom prst="rect">
            <a:avLst/>
          </a:prstGeom>
        </p:spPr>
      </p:pic>
      <p:sp>
        <p:nvSpPr>
          <p:cNvPr id="103" name="Text 70"/>
          <p:cNvSpPr/>
          <p:nvPr/>
        </p:nvSpPr>
        <p:spPr>
          <a:xfrm>
            <a:off x="2363279" y="4719009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pic>
        <p:nvPicPr>
          <p:cNvPr id="104" name="Image 31" descr="preencoded.png">    </p:cNvPr>
          <p:cNvPicPr>
            <a:picLocks noChangeAspect="1"/>
          </p:cNvPicPr>
          <p:nvPr/>
        </p:nvPicPr>
        <p:blipFill>
          <a:blip r:embed="rId32"/>
          <a:srcRect l="0" r="1" t="0" b="27975"/>
          <a:stretch/>
        </p:blipFill>
        <p:spPr>
          <a:xfrm>
            <a:off x="2640341" y="4835895"/>
            <a:ext cx="393948" cy="307605"/>
          </a:xfrm>
          <a:prstGeom prst="rect">
            <a:avLst/>
          </a:prstGeom>
        </p:spPr>
      </p:pic>
      <p:sp>
        <p:nvSpPr>
          <p:cNvPr id="105" name="Text 71"/>
          <p:cNvSpPr/>
          <p:nvPr/>
        </p:nvSpPr>
        <p:spPr>
          <a:xfrm>
            <a:off x="3016969" y="4719009"/>
            <a:ext cx="1385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106" name="Image 32" descr="preencoded.png">    </p:cNvPr>
          <p:cNvPicPr>
            <a:picLocks noChangeAspect="1"/>
          </p:cNvPicPr>
          <p:nvPr/>
        </p:nvPicPr>
        <p:blipFill>
          <a:blip r:embed="rId33"/>
          <a:srcRect l="0" r="1" t="0" b="27975"/>
          <a:stretch/>
        </p:blipFill>
        <p:spPr>
          <a:xfrm>
            <a:off x="3324337" y="4835895"/>
            <a:ext cx="393948" cy="307605"/>
          </a:xfrm>
          <a:prstGeom prst="rect">
            <a:avLst/>
          </a:prstGeom>
        </p:spPr>
      </p:pic>
      <p:sp>
        <p:nvSpPr>
          <p:cNvPr id="107" name="Text 72"/>
          <p:cNvSpPr/>
          <p:nvPr/>
        </p:nvSpPr>
        <p:spPr>
          <a:xfrm>
            <a:off x="3705299" y="4719009"/>
            <a:ext cx="1298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pic>
        <p:nvPicPr>
          <p:cNvPr id="108" name="Image 33" descr="preencoded.png">    </p:cNvPr>
          <p:cNvPicPr>
            <a:picLocks noChangeAspect="1"/>
          </p:cNvPicPr>
          <p:nvPr/>
        </p:nvPicPr>
        <p:blipFill>
          <a:blip r:embed="rId34"/>
          <a:srcRect l="0" r="1" t="0" b="27975"/>
          <a:stretch/>
        </p:blipFill>
        <p:spPr>
          <a:xfrm>
            <a:off x="3943406" y="4835895"/>
            <a:ext cx="393948" cy="307605"/>
          </a:xfrm>
          <a:prstGeom prst="rect">
            <a:avLst/>
          </a:prstGeom>
        </p:spPr>
      </p:pic>
      <p:sp>
        <p:nvSpPr>
          <p:cNvPr id="109" name="Text 73"/>
          <p:cNvSpPr/>
          <p:nvPr/>
        </p:nvSpPr>
        <p:spPr>
          <a:xfrm>
            <a:off x="4324369" y="4719009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pic>
        <p:nvPicPr>
          <p:cNvPr id="110" name="Image 34" descr="preencoded.png">    </p:cNvPr>
          <p:cNvPicPr>
            <a:picLocks noChangeAspect="1"/>
          </p:cNvPicPr>
          <p:nvPr/>
        </p:nvPicPr>
        <p:blipFill>
          <a:blip r:embed="rId35"/>
          <a:srcRect l="0" r="1" t="0" b="27975"/>
          <a:stretch/>
        </p:blipFill>
        <p:spPr>
          <a:xfrm>
            <a:off x="718207" y="4835895"/>
            <a:ext cx="393948" cy="307605"/>
          </a:xfrm>
          <a:prstGeom prst="rect">
            <a:avLst/>
          </a:prstGeom>
        </p:spPr>
      </p:pic>
      <p:sp>
        <p:nvSpPr>
          <p:cNvPr id="111" name="Text 74"/>
          <p:cNvSpPr/>
          <p:nvPr/>
        </p:nvSpPr>
        <p:spPr>
          <a:xfrm>
            <a:off x="1116490" y="4719009"/>
            <a:ext cx="995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sp>
        <p:nvSpPr>
          <p:cNvPr id="112" name="Text 75"/>
          <p:cNvSpPr/>
          <p:nvPr/>
        </p:nvSpPr>
        <p:spPr>
          <a:xfrm>
            <a:off x="1717365" y="3961772"/>
            <a:ext cx="125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sp>
        <p:nvSpPr>
          <p:cNvPr id="113" name="Text 76"/>
          <p:cNvSpPr/>
          <p:nvPr/>
        </p:nvSpPr>
        <p:spPr>
          <a:xfrm>
            <a:off x="2353754" y="3961772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sp>
        <p:nvSpPr>
          <p:cNvPr id="114" name="Text 77"/>
          <p:cNvSpPr/>
          <p:nvPr/>
        </p:nvSpPr>
        <p:spPr>
          <a:xfrm>
            <a:off x="3695774" y="3961772"/>
            <a:ext cx="1298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sp>
        <p:nvSpPr>
          <p:cNvPr id="115" name="Text 78"/>
          <p:cNvSpPr/>
          <p:nvPr/>
        </p:nvSpPr>
        <p:spPr>
          <a:xfrm>
            <a:off x="4314844" y="3961772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sp>
        <p:nvSpPr>
          <p:cNvPr id="116" name="Text 79"/>
          <p:cNvSpPr/>
          <p:nvPr/>
        </p:nvSpPr>
        <p:spPr>
          <a:xfrm>
            <a:off x="1106965" y="3961772"/>
            <a:ext cx="995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sp>
        <p:nvSpPr>
          <p:cNvPr id="117" name="Text 80"/>
          <p:cNvSpPr/>
          <p:nvPr/>
        </p:nvSpPr>
        <p:spPr>
          <a:xfrm>
            <a:off x="637059" y="3924300"/>
            <a:ext cx="76200" cy="1214438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Text 81"/>
          <p:cNvSpPr/>
          <p:nvPr/>
        </p:nvSpPr>
        <p:spPr>
          <a:xfrm>
            <a:off x="4474778" y="3890962"/>
            <a:ext cx="87697" cy="1371600"/>
          </a:xfrm>
          <a:prstGeom prst="rect">
            <a:avLst/>
          </a:prstGeom>
          <a:solidFill>
            <a:srgbClr val="A1A1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9" name="Image 35" descr="preencoded.png">    </p:cNvPr>
          <p:cNvPicPr>
            <a:picLocks noChangeAspect="1"/>
          </p:cNvPicPr>
          <p:nvPr/>
        </p:nvPicPr>
        <p:blipFill>
          <a:blip r:embed="rId36"/>
          <a:srcRect l="0" r="1" t="0" b="0"/>
          <a:stretch/>
        </p:blipFill>
        <p:spPr>
          <a:xfrm>
            <a:off x="2640341" y="4085128"/>
            <a:ext cx="393948" cy="427083"/>
          </a:xfrm>
          <a:prstGeom prst="rect">
            <a:avLst/>
          </a:prstGeom>
        </p:spPr>
      </p:pic>
      <p:sp>
        <p:nvSpPr>
          <p:cNvPr id="120" name="Text 82"/>
          <p:cNvSpPr/>
          <p:nvPr/>
        </p:nvSpPr>
        <p:spPr>
          <a:xfrm>
            <a:off x="3007444" y="3961772"/>
            <a:ext cx="1385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121" name="Image 36" descr="preencoded.png">    </p:cNvPr>
          <p:cNvPicPr>
            <a:picLocks noChangeAspect="1"/>
          </p:cNvPicPr>
          <p:nvPr/>
        </p:nvPicPr>
        <p:blipFill>
          <a:blip r:embed="rId37"/>
          <a:srcRect l="0" r="1" t="0" b="0"/>
          <a:stretch/>
        </p:blipFill>
        <p:spPr>
          <a:xfrm>
            <a:off x="3324337" y="4085128"/>
            <a:ext cx="393948" cy="427083"/>
          </a:xfrm>
          <a:prstGeom prst="rect">
            <a:avLst/>
          </a:prstGeom>
        </p:spPr>
      </p:pic>
      <p:pic>
        <p:nvPicPr>
          <p:cNvPr id="122" name="Image 37" descr="preencoded.png">    </p:cNvPr>
          <p:cNvPicPr>
            <a:picLocks noChangeAspect="1"/>
          </p:cNvPicPr>
          <p:nvPr/>
        </p:nvPicPr>
        <p:blipFill>
          <a:blip r:embed="rId38"/>
          <a:srcRect l="0" r="1" t="0" b="27975"/>
          <a:stretch/>
        </p:blipFill>
        <p:spPr>
          <a:xfrm>
            <a:off x="1341593" y="4835895"/>
            <a:ext cx="393948" cy="307605"/>
          </a:xfrm>
          <a:prstGeom prst="rect">
            <a:avLst/>
          </a:prstGeom>
        </p:spPr>
      </p:pic>
      <p:sp>
        <p:nvSpPr>
          <p:cNvPr id="123" name="Text 83"/>
          <p:cNvSpPr/>
          <p:nvPr/>
        </p:nvSpPr>
        <p:spPr>
          <a:xfrm>
            <a:off x="47625" y="738188"/>
            <a:ext cx="2433638" cy="409575"/>
          </a:xfrm>
          <a:prstGeom prst="rect">
            <a:avLst/>
          </a:prstGeom>
          <a:solidFill>
            <a:srgbClr val="47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Selecionar VAGA</a:t>
            </a:r>
            <a:endParaRPr lang="en-US" dirty="0"/>
          </a:p>
        </p:txBody>
      </p:sp>
      <p:sp>
        <p:nvSpPr>
          <p:cNvPr id="124" name="Text 84"/>
          <p:cNvSpPr/>
          <p:nvPr/>
        </p:nvSpPr>
        <p:spPr>
          <a:xfrm rot="-10784534">
            <a:off x="114704" y="853139"/>
            <a:ext cx="290036" cy="180963"/>
          </a:xfrm>
          <a:prstGeom prst="triangle">
            <a:avLst/>
          </a:prstGeom>
          <a:solidFill>
            <a:srgbClr val="FFFFFF"/>
          </a:solidFill>
          <a:ln w="31671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Text 85"/>
          <p:cNvSpPr/>
          <p:nvPr/>
        </p:nvSpPr>
        <p:spPr>
          <a:xfrm>
            <a:off x="4772025" y="1924050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ÚLTIMA SEMANA: </a:t>
            </a:r>
            <a:pPr algn="l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198F51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727" dirty="0"/>
          </a:p>
        </p:txBody>
      </p:sp>
      <p:sp>
        <p:nvSpPr>
          <p:cNvPr id="126" name="Text 86"/>
          <p:cNvSpPr/>
          <p:nvPr/>
        </p:nvSpPr>
        <p:spPr>
          <a:xfrm>
            <a:off x="4772025" y="1590675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HOJE: </a:t>
            </a:r>
            <a:pPr algn="l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198F51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727" dirty="0"/>
          </a:p>
        </p:txBody>
      </p:sp>
      <p:sp>
        <p:nvSpPr>
          <p:cNvPr id="127" name="Text 87"/>
          <p:cNvSpPr/>
          <p:nvPr/>
        </p:nvSpPr>
        <p:spPr>
          <a:xfrm>
            <a:off x="4772025" y="2266950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ÚLTIMO MÊS: </a:t>
            </a:r>
            <a:pPr algn="l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198F51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1727" dirty="0"/>
          </a:p>
        </p:txBody>
      </p:sp>
      <p:sp>
        <p:nvSpPr>
          <p:cNvPr id="128" name="Text 88"/>
          <p:cNvSpPr/>
          <p:nvPr/>
        </p:nvSpPr>
        <p:spPr>
          <a:xfrm>
            <a:off x="4776788" y="895350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QUANTIA DE USO DE A4:</a:t>
            </a:r>
            <a:endParaRPr lang="en-US" sz="1727" dirty="0"/>
          </a:p>
        </p:txBody>
      </p:sp>
      <p:sp>
        <p:nvSpPr>
          <p:cNvPr id="129" name="Text 89"/>
          <p:cNvSpPr/>
          <p:nvPr/>
        </p:nvSpPr>
        <p:spPr>
          <a:xfrm>
            <a:off x="4562475" y="4681538"/>
            <a:ext cx="4495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Código:63869        Entrada:15:00             Saída: 19:56</a:t>
            </a:r>
            <a:endParaRPr lang="en-US" dirty="0"/>
          </a:p>
        </p:txBody>
      </p:sp>
      <p:sp>
        <p:nvSpPr>
          <p:cNvPr id="130" name="Text 90"/>
          <p:cNvSpPr/>
          <p:nvPr/>
        </p:nvSpPr>
        <p:spPr>
          <a:xfrm>
            <a:off x="9010650" y="742950"/>
            <a:ext cx="86581" cy="4380242"/>
          </a:xfrm>
          <a:prstGeom prst="rect">
            <a:avLst/>
          </a:prstGeom>
          <a:solidFill>
            <a:srgbClr val="A1A1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1" name="Text 91"/>
          <p:cNvSpPr/>
          <p:nvPr/>
        </p:nvSpPr>
        <p:spPr>
          <a:xfrm>
            <a:off x="2838450" y="747713"/>
            <a:ext cx="1724025" cy="409575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Vaga:          A4</a:t>
            </a:r>
            <a:endParaRPr lang="en-US" dirty="0"/>
          </a:p>
        </p:txBody>
      </p:sp>
      <p:sp>
        <p:nvSpPr>
          <p:cNvPr id="132" name="Text 92"/>
          <p:cNvSpPr/>
          <p:nvPr/>
        </p:nvSpPr>
        <p:spPr>
          <a:xfrm>
            <a:off x="9014557" y="744830"/>
            <a:ext cx="86581" cy="327997"/>
          </a:xfrm>
          <a:prstGeom prst="rect">
            <a:avLst/>
          </a:prstGeom>
          <a:solidFill>
            <a:srgbClr val="565656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6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09613"/>
            <a:ext cx="9144000" cy="4471988"/>
          </a:xfrm>
          <a:prstGeom prst="rect">
            <a:avLst/>
          </a:prstGeom>
          <a:solidFill>
            <a:srgbClr val="FFFFFF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14949" y="2557463"/>
            <a:ext cx="4494720" cy="2586038"/>
          </a:xfrm>
          <a:prstGeom prst="roundRect">
            <a:avLst>
              <a:gd name="adj" fmla="val 2475"/>
            </a:avLst>
          </a:prstGeom>
          <a:solidFill>
            <a:srgbClr val="FFFFFF"/>
          </a:solidFill>
          <a:ln w="31671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14850" y="3371850"/>
            <a:ext cx="45430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Código:12345        Entrada:13:00              Saída: 18:40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14850" y="4352925"/>
            <a:ext cx="45430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Código:79807        Entrada:11:00              Saída: 21:12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20362" y="2702430"/>
            <a:ext cx="10242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18/06/2026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4514850" y="3057525"/>
            <a:ext cx="4504524" cy="361950"/>
          </a:xfrm>
          <a:prstGeom prst="rect">
            <a:avLst/>
          </a:prstGeom>
          <a:solidFill>
            <a:srgbClr val="198F51"/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Código:12345        Entrada:12:00              Saída:17:00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14850" y="3695700"/>
            <a:ext cx="4581525" cy="700088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17/06/2026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438" y="424572"/>
            <a:ext cx="26542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85" spc="-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Com grandes números de vagas há grandes responsabilidades.</a:t>
            </a:r>
            <a:endParaRPr lang="en-US" sz="685" dirty="0"/>
          </a:p>
        </p:txBody>
      </p:sp>
      <p:sp>
        <p:nvSpPr>
          <p:cNvPr id="10" name="Text 8"/>
          <p:cNvSpPr/>
          <p:nvPr/>
        </p:nvSpPr>
        <p:spPr>
          <a:xfrm>
            <a:off x="2643188" y="2266950"/>
            <a:ext cx="563580" cy="560263"/>
          </a:xfrm>
          <a:prstGeom prst="rect">
            <a:avLst/>
          </a:prstGeom>
          <a:solidFill>
            <a:srgbClr val="198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4478" y="40678"/>
            <a:ext cx="198112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23"/>
              </a:lnSpc>
              <a:buNone/>
            </a:pPr>
            <a:r>
              <a:rPr lang="en-US" sz="2352" spc="-47" kern="0" dirty="0">
                <a:solidFill>
                  <a:srgbClr val="FFFFFF">
                    <a:alpha val="99000"/>
                  </a:srgbClr>
                </a:solidFill>
                <a:latin typeface="Irish Grover" pitchFamily="34" charset="0"/>
                <a:ea typeface="Irish Grover" pitchFamily="34" charset="-122"/>
                <a:cs typeface="Irish Grover" pitchFamily="34" charset="-120"/>
              </a:rPr>
              <a:t>Peter Parking</a:t>
            </a:r>
            <a:endParaRPr lang="en-US" sz="2352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80640" y="33050"/>
            <a:ext cx="400667" cy="391998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38" y="0"/>
            <a:ext cx="538978" cy="45762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39025" y="85725"/>
            <a:ext cx="15525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Cargo: GERENTE</a:t>
            </a:r>
            <a:endParaRPr lang="en-US" sz="1425" dirty="0"/>
          </a:p>
        </p:txBody>
      </p:sp>
      <p:sp>
        <p:nvSpPr>
          <p:cNvPr id="15" name="Text 11"/>
          <p:cNvSpPr/>
          <p:nvPr/>
        </p:nvSpPr>
        <p:spPr>
          <a:xfrm>
            <a:off x="3776662" y="71438"/>
            <a:ext cx="1995487" cy="595313"/>
          </a:xfrm>
          <a:prstGeom prst="roundRect">
            <a:avLst>
              <a:gd name="adj" fmla="val 10752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829050" y="171450"/>
            <a:ext cx="188595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86"/>
              </a:lnSpc>
              <a:buNone/>
            </a:pPr>
            <a:r>
              <a:rPr lang="en-US" sz="1959" b="1" spc="-39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Estatísticas</a:t>
            </a:r>
            <a:endParaRPr lang="en-US" sz="1959" dirty="0"/>
          </a:p>
        </p:txBody>
      </p:sp>
      <p:sp>
        <p:nvSpPr>
          <p:cNvPr id="17" name="Text 13"/>
          <p:cNvSpPr/>
          <p:nvPr/>
        </p:nvSpPr>
        <p:spPr>
          <a:xfrm>
            <a:off x="42863" y="3123749"/>
            <a:ext cx="4519613" cy="386622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2863" y="1990855"/>
            <a:ext cx="4519613" cy="386622"/>
          </a:xfrm>
          <a:prstGeom prst="rect">
            <a:avLst/>
          </a:prstGeom>
          <a:solidFill>
            <a:srgbClr val="FFFFFF">
              <a:alpha val="50000"/>
            </a:srgbClr>
          </a:solidFill>
          <a:ln w="18097">
            <a:solidFill>
              <a:srgbClr val="000000">
                <a:alpha val="5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2863" y="1150176"/>
            <a:ext cx="4519613" cy="2796269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2863" y="1150176"/>
            <a:ext cx="4519613" cy="2796269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2863" y="1150176"/>
            <a:ext cx="4519613" cy="2796269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41602" y="1289540"/>
            <a:ext cx="393951" cy="427083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982313" y="1289540"/>
            <a:ext cx="393951" cy="427083"/>
          </a:xfrm>
          <a:prstGeom prst="rect">
            <a:avLst/>
          </a:prstGeom>
        </p:spPr>
      </p:pic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943409" y="1289540"/>
            <a:ext cx="393951" cy="42708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9445" y="1060264"/>
            <a:ext cx="42858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4703" dirty="0"/>
          </a:p>
        </p:txBody>
      </p:sp>
      <p:sp>
        <p:nvSpPr>
          <p:cNvPr id="26" name="Text 19"/>
          <p:cNvSpPr/>
          <p:nvPr/>
        </p:nvSpPr>
        <p:spPr>
          <a:xfrm>
            <a:off x="151091" y="1743597"/>
            <a:ext cx="38096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4703" dirty="0"/>
          </a:p>
        </p:txBody>
      </p:sp>
      <p:sp>
        <p:nvSpPr>
          <p:cNvPr id="27" name="Text 20"/>
          <p:cNvSpPr/>
          <p:nvPr/>
        </p:nvSpPr>
        <p:spPr>
          <a:xfrm>
            <a:off x="129445" y="2516842"/>
            <a:ext cx="43291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4703" dirty="0"/>
          </a:p>
        </p:txBody>
      </p:sp>
      <p:sp>
        <p:nvSpPr>
          <p:cNvPr id="28" name="Text 21"/>
          <p:cNvSpPr/>
          <p:nvPr/>
        </p:nvSpPr>
        <p:spPr>
          <a:xfrm>
            <a:off x="151091" y="3276600"/>
            <a:ext cx="41992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07"/>
              </a:lnSpc>
              <a:buNone/>
            </a:pPr>
            <a:r>
              <a:rPr lang="en-US" sz="4703" b="1" spc="-9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4703" dirty="0"/>
          </a:p>
        </p:txBody>
      </p:sp>
      <p:sp>
        <p:nvSpPr>
          <p:cNvPr id="29" name="Text 22"/>
          <p:cNvSpPr/>
          <p:nvPr/>
        </p:nvSpPr>
        <p:spPr>
          <a:xfrm>
            <a:off x="42863" y="1640198"/>
            <a:ext cx="27143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Código do Cliente:</a:t>
            </a:r>
            <a:endParaRPr lang="en-US" sz="2138" dirty="0"/>
          </a:p>
        </p:txBody>
      </p:sp>
      <p:sp>
        <p:nvSpPr>
          <p:cNvPr id="30" name="Text 23"/>
          <p:cNvSpPr/>
          <p:nvPr/>
        </p:nvSpPr>
        <p:spPr>
          <a:xfrm>
            <a:off x="51521" y="3294583"/>
            <a:ext cx="4510954" cy="762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42863" y="2485373"/>
            <a:ext cx="4515283" cy="762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42863" y="1730111"/>
            <a:ext cx="4515283" cy="762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3861156" y="1168159"/>
            <a:ext cx="76200" cy="2778287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3194470" y="1168159"/>
            <a:ext cx="76200" cy="2778287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2558087" y="1168159"/>
            <a:ext cx="76200" cy="2778287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1900060" y="1150176"/>
            <a:ext cx="76200" cy="2800765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1259348" y="1168159"/>
            <a:ext cx="76200" cy="2791774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18207" y="1289540"/>
            <a:ext cx="393951" cy="427083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726894" y="1923422"/>
            <a:ext cx="125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982313" y="2040307"/>
            <a:ext cx="393951" cy="427083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2363277" y="1923422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640341" y="2040307"/>
            <a:ext cx="393951" cy="427083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016975" y="1923422"/>
            <a:ext cx="1385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324344" y="2040307"/>
            <a:ext cx="393951" cy="427083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3705307" y="1923422"/>
            <a:ext cx="1298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943409" y="2040307"/>
            <a:ext cx="393951" cy="427083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4324373" y="1923422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18207" y="2040307"/>
            <a:ext cx="393951" cy="427083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1116487" y="1923422"/>
            <a:ext cx="995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sp>
        <p:nvSpPr>
          <p:cNvPr id="50" name="Text 37"/>
          <p:cNvSpPr/>
          <p:nvPr/>
        </p:nvSpPr>
        <p:spPr>
          <a:xfrm>
            <a:off x="1717365" y="1166184"/>
            <a:ext cx="125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sp>
        <p:nvSpPr>
          <p:cNvPr id="51" name="Text 38"/>
          <p:cNvSpPr/>
          <p:nvPr/>
        </p:nvSpPr>
        <p:spPr>
          <a:xfrm>
            <a:off x="2353754" y="1166184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sp>
        <p:nvSpPr>
          <p:cNvPr id="52" name="Text 39"/>
          <p:cNvSpPr/>
          <p:nvPr/>
        </p:nvSpPr>
        <p:spPr>
          <a:xfrm>
            <a:off x="3695774" y="1166184"/>
            <a:ext cx="1298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sp>
        <p:nvSpPr>
          <p:cNvPr id="53" name="Text 40"/>
          <p:cNvSpPr/>
          <p:nvPr/>
        </p:nvSpPr>
        <p:spPr>
          <a:xfrm>
            <a:off x="4314844" y="1166184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sp>
        <p:nvSpPr>
          <p:cNvPr id="54" name="Text 41"/>
          <p:cNvSpPr/>
          <p:nvPr/>
        </p:nvSpPr>
        <p:spPr>
          <a:xfrm>
            <a:off x="1106965" y="1166184"/>
            <a:ext cx="995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sp>
        <p:nvSpPr>
          <p:cNvPr id="55" name="Text 42"/>
          <p:cNvSpPr/>
          <p:nvPr/>
        </p:nvSpPr>
        <p:spPr>
          <a:xfrm>
            <a:off x="1726894" y="2732631"/>
            <a:ext cx="125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982313" y="2849517"/>
            <a:ext cx="393951" cy="427083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2363277" y="2732631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sp>
        <p:nvSpPr>
          <p:cNvPr id="58" name="Text 44"/>
          <p:cNvSpPr/>
          <p:nvPr/>
        </p:nvSpPr>
        <p:spPr>
          <a:xfrm>
            <a:off x="3016975" y="2732631"/>
            <a:ext cx="1385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3324344" y="2849517"/>
            <a:ext cx="393951" cy="427083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3705307" y="2732631"/>
            <a:ext cx="1298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3943409" y="2849517"/>
            <a:ext cx="393951" cy="427083"/>
          </a:xfrm>
          <a:prstGeom prst="rect">
            <a:avLst/>
          </a:prstGeom>
        </p:spPr>
      </p:pic>
      <p:sp>
        <p:nvSpPr>
          <p:cNvPr id="62" name="Text 46"/>
          <p:cNvSpPr/>
          <p:nvPr/>
        </p:nvSpPr>
        <p:spPr>
          <a:xfrm>
            <a:off x="4324373" y="2732631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pic>
        <p:nvPicPr>
          <p:cNvPr id="63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718207" y="2849517"/>
            <a:ext cx="393951" cy="427083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1116487" y="2732631"/>
            <a:ext cx="995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pic>
        <p:nvPicPr>
          <p:cNvPr id="65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341602" y="3465415"/>
            <a:ext cx="393951" cy="427083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726894" y="3348529"/>
            <a:ext cx="125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pic>
        <p:nvPicPr>
          <p:cNvPr id="67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1982313" y="3465415"/>
            <a:ext cx="393951" cy="427083"/>
          </a:xfrm>
          <a:prstGeom prst="rect">
            <a:avLst/>
          </a:prstGeom>
        </p:spPr>
      </p:pic>
      <p:sp>
        <p:nvSpPr>
          <p:cNvPr id="68" name="Text 49"/>
          <p:cNvSpPr/>
          <p:nvPr/>
        </p:nvSpPr>
        <p:spPr>
          <a:xfrm>
            <a:off x="2363277" y="3348529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pic>
        <p:nvPicPr>
          <p:cNvPr id="69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2640341" y="3465415"/>
            <a:ext cx="393951" cy="427083"/>
          </a:xfrm>
          <a:prstGeom prst="rect">
            <a:avLst/>
          </a:prstGeom>
        </p:spPr>
      </p:pic>
      <p:sp>
        <p:nvSpPr>
          <p:cNvPr id="70" name="Text 50"/>
          <p:cNvSpPr/>
          <p:nvPr/>
        </p:nvSpPr>
        <p:spPr>
          <a:xfrm>
            <a:off x="3016975" y="3348529"/>
            <a:ext cx="1385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71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3324344" y="3465415"/>
            <a:ext cx="393951" cy="427083"/>
          </a:xfrm>
          <a:prstGeom prst="rect">
            <a:avLst/>
          </a:prstGeom>
        </p:spPr>
      </p:pic>
      <p:sp>
        <p:nvSpPr>
          <p:cNvPr id="72" name="Text 51"/>
          <p:cNvSpPr/>
          <p:nvPr/>
        </p:nvSpPr>
        <p:spPr>
          <a:xfrm>
            <a:off x="3705307" y="3348529"/>
            <a:ext cx="1298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sp>
        <p:nvSpPr>
          <p:cNvPr id="73" name="Text 52"/>
          <p:cNvSpPr/>
          <p:nvPr/>
        </p:nvSpPr>
        <p:spPr>
          <a:xfrm>
            <a:off x="4324373" y="3348529"/>
            <a:ext cx="134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pic>
        <p:nvPicPr>
          <p:cNvPr id="74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718207" y="3465415"/>
            <a:ext cx="393951" cy="427083"/>
          </a:xfrm>
          <a:prstGeom prst="rect">
            <a:avLst/>
          </a:prstGeom>
        </p:spPr>
      </p:pic>
      <p:sp>
        <p:nvSpPr>
          <p:cNvPr id="75" name="Text 53"/>
          <p:cNvSpPr/>
          <p:nvPr/>
        </p:nvSpPr>
        <p:spPr>
          <a:xfrm>
            <a:off x="1116487" y="3348529"/>
            <a:ext cx="995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sp>
        <p:nvSpPr>
          <p:cNvPr id="76" name="Text 54"/>
          <p:cNvSpPr/>
          <p:nvPr/>
        </p:nvSpPr>
        <p:spPr>
          <a:xfrm>
            <a:off x="635953" y="1168159"/>
            <a:ext cx="76200" cy="2778287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55"/>
          <p:cNvSpPr/>
          <p:nvPr/>
        </p:nvSpPr>
        <p:spPr>
          <a:xfrm>
            <a:off x="4475894" y="1167471"/>
            <a:ext cx="86581" cy="2760992"/>
          </a:xfrm>
          <a:prstGeom prst="rect">
            <a:avLst/>
          </a:prstGeom>
          <a:solidFill>
            <a:srgbClr val="A1A1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56"/>
          <p:cNvSpPr/>
          <p:nvPr/>
        </p:nvSpPr>
        <p:spPr>
          <a:xfrm>
            <a:off x="4475894" y="1159168"/>
            <a:ext cx="86581" cy="327997"/>
          </a:xfrm>
          <a:prstGeom prst="rect">
            <a:avLst/>
          </a:prstGeom>
          <a:solidFill>
            <a:srgbClr val="565656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57"/>
          <p:cNvSpPr/>
          <p:nvPr/>
        </p:nvSpPr>
        <p:spPr>
          <a:xfrm>
            <a:off x="4475894" y="1167471"/>
            <a:ext cx="86581" cy="2760992"/>
          </a:xfrm>
          <a:prstGeom prst="rect">
            <a:avLst/>
          </a:prstGeom>
          <a:solidFill>
            <a:srgbClr val="A1A1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58"/>
          <p:cNvSpPr/>
          <p:nvPr/>
        </p:nvSpPr>
        <p:spPr>
          <a:xfrm>
            <a:off x="4475894" y="1159168"/>
            <a:ext cx="86581" cy="327997"/>
          </a:xfrm>
          <a:prstGeom prst="rect">
            <a:avLst/>
          </a:prstGeom>
          <a:solidFill>
            <a:srgbClr val="565656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59"/>
          <p:cNvSpPr/>
          <p:nvPr/>
        </p:nvSpPr>
        <p:spPr>
          <a:xfrm>
            <a:off x="2633663" y="1152525"/>
            <a:ext cx="561975" cy="614363"/>
          </a:xfrm>
          <a:prstGeom prst="rect">
            <a:avLst/>
          </a:prstGeom>
          <a:solidFill>
            <a:srgbClr val="198F51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2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2640341" y="1289540"/>
            <a:ext cx="393951" cy="427083"/>
          </a:xfrm>
          <a:prstGeom prst="rect">
            <a:avLst/>
          </a:prstGeom>
        </p:spPr>
      </p:pic>
      <p:sp>
        <p:nvSpPr>
          <p:cNvPr id="83" name="Text 60"/>
          <p:cNvSpPr/>
          <p:nvPr/>
        </p:nvSpPr>
        <p:spPr>
          <a:xfrm>
            <a:off x="3007444" y="1166184"/>
            <a:ext cx="1385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1"/>
              </a:lnSpc>
              <a:buNone/>
            </a:pPr>
            <a:r>
              <a:rPr lang="en-US" sz="163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pic>
        <p:nvPicPr>
          <p:cNvPr id="84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3324344" y="1289540"/>
            <a:ext cx="393951" cy="427083"/>
          </a:xfrm>
          <a:prstGeom prst="rect">
            <a:avLst/>
          </a:prstGeom>
        </p:spPr>
      </p:pic>
      <p:pic>
        <p:nvPicPr>
          <p:cNvPr id="85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1341602" y="2040307"/>
            <a:ext cx="393951" cy="427083"/>
          </a:xfrm>
          <a:prstGeom prst="rect">
            <a:avLst/>
          </a:prstGeom>
        </p:spPr>
      </p:pic>
      <p:pic>
        <p:nvPicPr>
          <p:cNvPr id="86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1341602" y="2867499"/>
            <a:ext cx="393951" cy="427083"/>
          </a:xfrm>
          <a:prstGeom prst="rect">
            <a:avLst/>
          </a:prstGeom>
        </p:spPr>
      </p:pic>
      <p:pic>
        <p:nvPicPr>
          <p:cNvPr id="87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2640341" y="2849517"/>
            <a:ext cx="393951" cy="427083"/>
          </a:xfrm>
          <a:prstGeom prst="rect">
            <a:avLst/>
          </a:prstGeom>
        </p:spPr>
      </p:pic>
      <p:pic>
        <p:nvPicPr>
          <p:cNvPr id="88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3943409" y="3465415"/>
            <a:ext cx="393951" cy="427083"/>
          </a:xfrm>
          <a:prstGeom prst="rect">
            <a:avLst/>
          </a:prstGeom>
        </p:spPr>
      </p:pic>
      <p:pic>
        <p:nvPicPr>
          <p:cNvPr id="89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3324344" y="4085127"/>
            <a:ext cx="393951" cy="427083"/>
          </a:xfrm>
          <a:prstGeom prst="rect">
            <a:avLst/>
          </a:prstGeom>
        </p:spPr>
      </p:pic>
      <p:sp>
        <p:nvSpPr>
          <p:cNvPr id="90" name="Text 61"/>
          <p:cNvSpPr/>
          <p:nvPr/>
        </p:nvSpPr>
        <p:spPr>
          <a:xfrm>
            <a:off x="2838450" y="747713"/>
            <a:ext cx="1724025" cy="409575"/>
          </a:xfrm>
          <a:prstGeom prst="rect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Vaga:          A4</a:t>
            </a:r>
            <a:endParaRPr lang="en-US" dirty="0"/>
          </a:p>
        </p:txBody>
      </p:sp>
      <p:sp>
        <p:nvSpPr>
          <p:cNvPr id="91" name="Text 62"/>
          <p:cNvSpPr/>
          <p:nvPr/>
        </p:nvSpPr>
        <p:spPr>
          <a:xfrm>
            <a:off x="47625" y="738188"/>
            <a:ext cx="2433638" cy="409575"/>
          </a:xfrm>
          <a:prstGeom prst="rect">
            <a:avLst/>
          </a:prstGeom>
          <a:solidFill>
            <a:srgbClr val="47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Selecionar VAGA</a:t>
            </a:r>
            <a:endParaRPr lang="en-US" dirty="0"/>
          </a:p>
        </p:txBody>
      </p:sp>
      <p:sp>
        <p:nvSpPr>
          <p:cNvPr id="92" name="Text 63"/>
          <p:cNvSpPr/>
          <p:nvPr/>
        </p:nvSpPr>
        <p:spPr>
          <a:xfrm rot="-10784534">
            <a:off x="114704" y="853139"/>
            <a:ext cx="290036" cy="180963"/>
          </a:xfrm>
          <a:prstGeom prst="triangle">
            <a:avLst/>
          </a:prstGeom>
          <a:solidFill>
            <a:srgbClr val="FFFFFF"/>
          </a:solidFill>
          <a:ln w="31671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64"/>
          <p:cNvSpPr/>
          <p:nvPr/>
        </p:nvSpPr>
        <p:spPr>
          <a:xfrm>
            <a:off x="4772025" y="1924050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ÚLTIMA SEMANA: </a:t>
            </a:r>
            <a:pPr algn="l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198F51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727" dirty="0"/>
          </a:p>
        </p:txBody>
      </p:sp>
      <p:sp>
        <p:nvSpPr>
          <p:cNvPr id="94" name="Text 65"/>
          <p:cNvSpPr/>
          <p:nvPr/>
        </p:nvSpPr>
        <p:spPr>
          <a:xfrm>
            <a:off x="4772025" y="1590675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HOJE: </a:t>
            </a:r>
            <a:pPr algn="l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198F51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727" dirty="0"/>
          </a:p>
        </p:txBody>
      </p:sp>
      <p:sp>
        <p:nvSpPr>
          <p:cNvPr id="95" name="Text 66"/>
          <p:cNvSpPr/>
          <p:nvPr/>
        </p:nvSpPr>
        <p:spPr>
          <a:xfrm>
            <a:off x="4772025" y="2266950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ÚLTIMO MÊS: </a:t>
            </a:r>
            <a:pPr algn="l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198F51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1727" dirty="0"/>
          </a:p>
        </p:txBody>
      </p:sp>
      <p:sp>
        <p:nvSpPr>
          <p:cNvPr id="96" name="Text 67"/>
          <p:cNvSpPr/>
          <p:nvPr/>
        </p:nvSpPr>
        <p:spPr>
          <a:xfrm>
            <a:off x="4776788" y="895350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79"/>
              </a:lnSpc>
              <a:buNone/>
            </a:pPr>
            <a:r>
              <a:rPr lang="en-US" sz="1727" b="1" spc="-35" kern="0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QUANTIA DE USO DE A4:</a:t>
            </a:r>
            <a:endParaRPr lang="en-US" sz="1727" dirty="0"/>
          </a:p>
        </p:txBody>
      </p:sp>
      <p:sp>
        <p:nvSpPr>
          <p:cNvPr id="97" name="Text 68"/>
          <p:cNvSpPr/>
          <p:nvPr/>
        </p:nvSpPr>
        <p:spPr>
          <a:xfrm>
            <a:off x="4519613" y="4681538"/>
            <a:ext cx="4538663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4524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Código:63869        Entrada:15:00             Saída: 19:56</a:t>
            </a:r>
            <a:endParaRPr lang="en-US" dirty="0"/>
          </a:p>
        </p:txBody>
      </p:sp>
      <p:sp>
        <p:nvSpPr>
          <p:cNvPr id="98" name="Text 69"/>
          <p:cNvSpPr/>
          <p:nvPr/>
        </p:nvSpPr>
        <p:spPr>
          <a:xfrm>
            <a:off x="9010650" y="752475"/>
            <a:ext cx="86581" cy="4380242"/>
          </a:xfrm>
          <a:prstGeom prst="rect">
            <a:avLst/>
          </a:prstGeom>
          <a:solidFill>
            <a:srgbClr val="A1A1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70"/>
          <p:cNvSpPr/>
          <p:nvPr/>
        </p:nvSpPr>
        <p:spPr>
          <a:xfrm>
            <a:off x="0" y="1128713"/>
            <a:ext cx="4557713" cy="4024313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Text 71"/>
          <p:cNvSpPr/>
          <p:nvPr/>
        </p:nvSpPr>
        <p:spPr>
          <a:xfrm>
            <a:off x="0" y="1138238"/>
            <a:ext cx="4552950" cy="995363"/>
          </a:xfrm>
          <a:prstGeom prst="rect">
            <a:avLst/>
          </a:prstGeom>
          <a:solidFill>
            <a:srgbClr val="DE7D02">
              <a:alpha val="0"/>
            </a:srgbClr>
          </a:solidFill>
          <a:ln w="22622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Gabriel de Almeida RIbeiro Souza  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Código: 12345       Telefone: 11 94453-2440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RG: xxxxx-X             CNH: yyyyyyY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pic>
        <p:nvPicPr>
          <p:cNvPr id="101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28575" y="2176463"/>
            <a:ext cx="766512" cy="766511"/>
          </a:xfrm>
          <a:prstGeom prst="rect">
            <a:avLst/>
          </a:prstGeom>
        </p:spPr>
      </p:pic>
      <p:sp>
        <p:nvSpPr>
          <p:cNvPr id="102" name="Text 72"/>
          <p:cNvSpPr/>
          <p:nvPr/>
        </p:nvSpPr>
        <p:spPr>
          <a:xfrm>
            <a:off x="28575" y="3314700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VEÍCULO:</a:t>
            </a:r>
            <a:endParaRPr lang="en-US" sz="1283" dirty="0"/>
          </a:p>
        </p:txBody>
      </p:sp>
      <p:sp>
        <p:nvSpPr>
          <p:cNvPr id="103" name="Text 73"/>
          <p:cNvSpPr/>
          <p:nvPr/>
        </p:nvSpPr>
        <p:spPr>
          <a:xfrm>
            <a:off x="4763" y="3552825"/>
            <a:ext cx="4552950" cy="323850"/>
          </a:xfrm>
          <a:prstGeom prst="rect">
            <a:avLst/>
          </a:prstGeom>
          <a:solidFill>
            <a:srgbClr val="DE7D02">
              <a:alpha val="0"/>
            </a:srgbClr>
          </a:solidFill>
          <a:ln w="22622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Mitsubishi Gallant 2000, cinza, Placa: ABC1D34</a:t>
            </a:r>
            <a:endParaRPr lang="en-US" dirty="0"/>
          </a:p>
        </p:txBody>
      </p:sp>
      <p:pic>
        <p:nvPicPr>
          <p:cNvPr id="104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0" b="893"/>
          <a:stretch/>
        </p:blipFill>
        <p:spPr>
          <a:xfrm>
            <a:off x="4763" y="4086225"/>
            <a:ext cx="1633538" cy="1057275"/>
          </a:xfrm>
          <a:prstGeom prst="rect">
            <a:avLst/>
          </a:prstGeom>
        </p:spPr>
      </p:pic>
      <p:sp>
        <p:nvSpPr>
          <p:cNvPr id="105" name="Text 74"/>
          <p:cNvSpPr/>
          <p:nvPr/>
        </p:nvSpPr>
        <p:spPr>
          <a:xfrm>
            <a:off x="0" y="2119313"/>
            <a:ext cx="885825" cy="995363"/>
          </a:xfrm>
          <a:prstGeom prst="rect">
            <a:avLst/>
          </a:prstGeom>
          <a:solidFill>
            <a:srgbClr val="DE7D02">
              <a:alpha val="0"/>
            </a:srgbClr>
          </a:solidFill>
          <a:ln w="22622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Text 75"/>
          <p:cNvSpPr/>
          <p:nvPr/>
        </p:nvSpPr>
        <p:spPr>
          <a:xfrm>
            <a:off x="4252913" y="1138238"/>
            <a:ext cx="309563" cy="300038"/>
          </a:xfrm>
          <a:prstGeom prst="rect">
            <a:avLst/>
          </a:prstGeom>
          <a:solidFill>
            <a:srgbClr val="FF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X</a:t>
            </a:r>
            <a:endParaRPr lang="en-US" dirty="0"/>
          </a:p>
        </p:txBody>
      </p:sp>
      <p:sp>
        <p:nvSpPr>
          <p:cNvPr id="107" name="Text 76"/>
          <p:cNvSpPr/>
          <p:nvPr/>
        </p:nvSpPr>
        <p:spPr>
          <a:xfrm>
            <a:off x="9014557" y="744830"/>
            <a:ext cx="86581" cy="327997"/>
          </a:xfrm>
          <a:prstGeom prst="rect">
            <a:avLst/>
          </a:prstGeom>
          <a:solidFill>
            <a:srgbClr val="565656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2026-10-10T20:04:33Z</dcterms:created>
  <dcterms:modified xsi:type="dcterms:W3CDTF">2026-10-10T20:04:33Z</dcterms:modified>
</cp:coreProperties>
</file>